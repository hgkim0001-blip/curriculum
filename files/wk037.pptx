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(3/3)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 파인튜닝 · AI 생성물 검수·품질개선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단원(2~4주, 120시간)의 마지막 주차입니다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도메인에 맞는 뉴스 세팅하기  120h 중 3/3(40h) — 이 단원 완료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실습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2~3주차에 만든 챗봇(GPTs·Gems·Projects)을 실제 사용 결과를 바탕으로 다듬는다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체크리스트 습득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생성물을 사실·표현·저작권·형식 4가지 기준으로 검수하는 방법을 익힌다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 완주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수집→정제→검수로 이어지는 콘텐츠 자동화 파이프라인 전체를 한 번에 정리한다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2주차부터 오늘까지 — 120시간의 여정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개념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확장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원리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9377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실습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수집(IMPORTXML)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정제(GPTs·Gems)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926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595360" y="2103120"/>
            <a:ext cx="3108960" cy="2286000"/>
          </a:xfrm>
          <a:prstGeom prst="roundRect">
            <a:avLst>
              <a:gd name="adj" fmla="val 24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95360" y="22860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(오늘)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95360" y="3383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검수·품질개선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937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오늘을 끝으로 ③ 도메인에 맞는 뉴스 세팅하기(120h)가 완료되고, 5주차부터 ④ AI 협업 뉴스 영상 제작으로 넘어갑니다.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파인튜닝이란 무엇인가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오해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모델 자체를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다시 훈련시키는 것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(전문 연구자·대용량 데이터·GPU가 필요한 작업 — 이 과정의 범위 밖)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383280"/>
          </a:xfrm>
          <a:prstGeom prst="roundRect">
            <a:avLst>
              <a:gd name="adj" fmla="val 189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과정에서의 의미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만들어둔 챗봇의</a:t>
            </a:r>
            <a:endParaRPr lang="en-US" sz="19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지시문을 다듬는 것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794760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실제로 써보면서 어색한 결과가 나온 부분을 찾아, 지시문(프롬프트)의 규칙을 추가·수정하는 반복 작업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· 실습 흐름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파인튜닝 4단계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챗봇에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데이터 입력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6324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1188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결과에서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 찾기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9224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지시문에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추가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8803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89720" y="237744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72600" y="25146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9372600" y="2926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다시 테스트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(반복)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06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④번(다시 테스트) 다음에는 다시 ②번(문제점 찾기)으로 돌아갑니다 — 파인튜닝은 한 번에 끝나지 않고, 만족스러운 결과가 나올 때까지 반복하는 과정입니다.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· 도메인별 체크포인트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도메인별로 무엇을 다듬어야 하나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육하원칙이 첫 문장에 담기는가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추측성 표현이 섞이지 않는가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문장이 15~20단어로 짧은가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772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브랜드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첫 문장이 공감형 후킹인가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혜택 중심 서술인가, 스펙 나열인가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CTA(행동유도) 문구가 있는가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트렌드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2743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구어체·유행어가 자연스러운가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0" y="36118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이모지·해시태그가 과하지 않은가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412480" y="44805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정보보다 공감 위주인가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복습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왜 검수는 여전히 사람의 몫인가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3주차에서 확인한 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연합뉴스 실습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840480" y="22860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저작권 있는 콘텐츠는 AI가 처리하면 안 됨 — 판단은 사람의 몫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3832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실습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38328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소스 교차검증은 잘했지만, 일부 브랜드 컨셉은 얕게 답함 — 빠짐없이 확인은 사람의 몫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48056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4805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로봇저널리즘 템플릿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448056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정해진 규칙은 잘 따르지만, 규칙 밖 예외 상황은 사람이 판단해야 함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체크리스트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생성물 검수 체크리스트 (4대 기준)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사실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수치·날짜·고유명사가 원자료와 일치하는가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추측성 표현이 없는가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서로 다른 사실을 잘못 합치지 않았는가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2900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표현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톤앤매너에 맞는가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어색하거나 반복적인 문장은 없는가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저작권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원저작물을 그대로 베끼지 않았는가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출처를 표기했는가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89720" y="1965960"/>
            <a:ext cx="2697480" cy="3383280"/>
          </a:xfrm>
          <a:prstGeom prst="roundRect">
            <a:avLst>
              <a:gd name="adj" fmla="val 2034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72600" y="21945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형식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9372600" y="2743200"/>
            <a:ext cx="2331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글자 수·구조가 요청한 형식에 맞는가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오탈자는 없는가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· 실전 사례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검수 전/후 비교 예시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FDEDEE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전 (AI 초안)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“업체 관계자는 매출이 크게 늘어난 것으로 보인다고 밝혔다. 정확한 수치는 조만간 공개될 예정이다.”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문제점: ‘~것으로 보인다’(추측), ‘조만간’(모호한 시점) — 사실 기준 미달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828800"/>
            <a:ext cx="5349240" cy="3657600"/>
          </a:xfrm>
          <a:prstGeom prst="roundRect">
            <a:avLst>
              <a:gd name="adj" fmla="val 1500"/>
            </a:avLst>
          </a:prstGeom>
          <a:solidFill>
            <a:srgbClr val="E9F7EF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37960" y="201168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검수 후 (수정본)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468880"/>
            <a:ext cx="4800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“업체 관계자는 매출이 전년 대비 12% 증가했다고 밝혔다. 세부 수치는 9월 말 공시자료를 통해 공개된다.”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411480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개선점: 구체적 수치(12%)·구체적 시점(9월 말)으로 교체 — 원자료 대조 후 반영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단원 완료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도메인에 맞는 뉴스 세팅하기 — 120시간 완료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(개념)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840480" y="192024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도메인 확장, 로봇저널리즘 원리, AI 기사생성 5단계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08813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3주차 (실습)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301752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IMPORTXML 수집, 합법적 AI 데이터 활용 3원칙, GPTs·Gems·Projects 정제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0881360" cy="105156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(완성, 오늘)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4114800"/>
            <a:ext cx="7406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파인튜닝 4단계, 검수 체크리스트 4대 기준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03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[③ 완료 120h] — 원안 훈련시간 그대로, 내부 콘텐츠만 재구성 완료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챗봇 파인튜닝 + 검수 체크리스트 적용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2~3주차에 만든 챗봇을 다시 열어 문제점 찾고 지시문 수정하기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AI 생성물 하나를 4대 기준으로 검수하기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200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611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 — AI 협업 뉴스 영상 제작 및 자동화 (1/4)</a:t>
            </a:r>
            <a:endParaRPr lang="en-US" sz="15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영상문법(8h) + 프롬프트(8h) + AI삽화·영상생성(16h) / 현장탐방(8h, MBC 뉴스데스크)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4주차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2026-09-14T07:19:15Z</dcterms:created>
  <dcterms:modified xsi:type="dcterms:W3CDTF">2026-09-14T07:19:15Z</dcterms:modified>
</cp:coreProperties>
</file>