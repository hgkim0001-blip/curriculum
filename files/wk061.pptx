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12주차 · ⑧ AI 기반 데이터 탐사보도 및 기사 자동화 (핵심 16h + 프로젝트2 착수 24h)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8600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 탐사보도 시작하기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8404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기반 데이터 탐사보도 및 기사 자동화 — 프로젝트2(5분 정보다큐) 착수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188720" cy="54864"/>
          </a:xfrm>
          <a:prstGeom prst="rect">
            <a:avLst/>
          </a:prstGeom>
          <a:solidFill>
            <a:srgbClr val="02809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이번 시간 목표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57800" cy="1737360"/>
          </a:xfrm>
          <a:prstGeom prst="roundRect">
            <a:avLst>
              <a:gd name="adj" fmla="val 6316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116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9659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정보 진위 판별 총정리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42316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9~11주차에 배운 할루시네이션·RAG·팩트체크 원리를 '탐사보도'에 적용한다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737360"/>
            <a:ext cx="5257800" cy="1737360"/>
          </a:xfrm>
          <a:prstGeom prst="roundRect">
            <a:avLst>
              <a:gd name="adj" fmla="val 6316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20116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4652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19659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탐사기획 방법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242316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자유주제(산업·브랜드·트렌드·사회현상)를 데이터로 뒷받침하는 기획법을 익힌다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5257800" cy="1737360"/>
          </a:xfrm>
          <a:prstGeom prst="roundRect">
            <a:avLst>
              <a:gd name="adj" fmla="val 6316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1148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0690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기사 자동화 파이프라인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52628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지금까지 배운 도구들을 하나의 흐름으로 통합해서 쓴다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3840480"/>
            <a:ext cx="5257800" cy="1737360"/>
          </a:xfrm>
          <a:prstGeom prst="roundRect">
            <a:avLst>
              <a:gd name="adj" fmla="val 6316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41148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46520" y="4114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40690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프로젝트2 착수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452628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프로젝트1보다 깊은 취재가 필요한 5분 정보다큐를 기획한다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000" dirty="0"/>
          </a:p>
        </p:txBody>
      </p:sp>
      <p:sp>
        <p:nvSpPr>
          <p:cNvPr id="3" name="Text 1"/>
          <p:cNvSpPr txBox="1"/>
          <p:nvPr/>
        </p:nvSpPr>
        <p:spPr>
          <a:xfrm>
            <a:off x="3291840" y="237744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정보 진위 판별 총정리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338328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9~11주차 원리를 '탐사보도'라는 실전 무대에 적용한다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지금까지 배운 판별 원리, 다시 정리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01168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원리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60320" y="1737360"/>
            <a:ext cx="493776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560320" y="17373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내용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98080" y="1737360"/>
            <a:ext cx="411480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0" y="17373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관련 사례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286000"/>
            <a:ext cx="2011680" cy="86868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" y="2286000"/>
            <a:ext cx="179222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할루시네이션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60320" y="2286000"/>
            <a:ext cx="4937760" cy="86868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70048" y="2286000"/>
            <a:ext cx="47183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AI는 근거 없이도 그럴듯하게 지어낼 수 있다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98080" y="2286000"/>
            <a:ext cx="4114800" cy="86868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07808" y="2286000"/>
            <a:ext cx="38953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관계자 코멘트 지어내기 사례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154680"/>
            <a:ext cx="20116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3154680"/>
            <a:ext cx="179222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560320" y="3154680"/>
            <a:ext cx="49377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670048" y="3154680"/>
            <a:ext cx="47183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출처를 찾아본 뒤 답하면 근거를 표시할 수 있다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498080" y="3154680"/>
            <a:ext cx="41148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07808" y="3154680"/>
            <a:ext cx="38953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NotebookLM, LangChain 데모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023360"/>
            <a:ext cx="2011680" cy="86868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8368" y="4023360"/>
            <a:ext cx="179222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절대규칙 설계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560320" y="4023360"/>
            <a:ext cx="4937760" cy="86868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670048" y="4023360"/>
            <a:ext cx="47183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'없으면 없다고 말하라'를 명시하면 지어내지 않는다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498080" y="4023360"/>
            <a:ext cx="4114800" cy="86868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607808" y="4023360"/>
            <a:ext cx="38953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방송뉴스원고작성봇 v1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892040"/>
            <a:ext cx="201168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58368" y="4892040"/>
            <a:ext cx="179222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사람의 최종검증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560320" y="4892040"/>
            <a:ext cx="49377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670048" y="4892040"/>
            <a:ext cx="47183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도구가 아무리 좋아져도 마지막은 사람이 본다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498080" y="4892040"/>
            <a:ext cx="41148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607808" y="4892040"/>
            <a:ext cx="38953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팩트체크 실습 전체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349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탐사보도는 이 네 가지가 가장 가혹하게 시험받는 분야입니다 — 취재 대상이 데이터를 숨기거나, 유리하게 왜곡할 유인이 있기 때문입니다.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000" dirty="0"/>
          </a:p>
        </p:txBody>
      </p:sp>
      <p:sp>
        <p:nvSpPr>
          <p:cNvPr id="3" name="Text 1"/>
          <p:cNvSpPr txBox="1"/>
          <p:nvPr/>
        </p:nvSpPr>
        <p:spPr>
          <a:xfrm>
            <a:off x="3291840" y="237744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 기반 탐사기획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338328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이슈 리포트(프로젝트1)보다 한 단계 깊은 취재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이슈 리포트 vs 탐사보도 — 무엇이 달라지는가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257800" cy="3566160"/>
          </a:xfrm>
          <a:prstGeom prst="roundRect">
            <a:avLst>
              <a:gd name="adj" fmla="val 2564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45920"/>
            <a:ext cx="5257800" cy="64008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645920"/>
            <a:ext cx="5257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프로젝트1 (이슈 리포트)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6888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분량: 3분 이내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2608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성격: 속보성 — 이미 벌어진 이슈를 데이터로 빠르게 정리·전달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02336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데이터: 공개된 데이터 1~2개 소스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1645920"/>
            <a:ext cx="5257800" cy="3566160"/>
          </a:xfrm>
          <a:prstGeom prst="roundRect">
            <a:avLst>
              <a:gd name="adj" fmla="val 2564"/>
            </a:avLst>
          </a:prstGeom>
          <a:solidFill>
            <a:srgbClr val="EDEFF7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645920"/>
            <a:ext cx="52578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72200" y="1645920"/>
            <a:ext cx="5257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프로젝트2 (정보다큐)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46888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분량: 5분 이내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926080"/>
            <a:ext cx="4709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성격: 탐사성 — 잘 안 알려진 패턴·문제를 데이터로 직접 발굴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402336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데이터: 여러 소스 교차 크롤링·분석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좋은 탐사 주제의 조건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55448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데이터로 검증 가능한가 — 느낌이나 주장이 아니라, 실제로 수집·비교할 수 있는 수치가 있는가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74320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잘 알려지지 않았는가 — 이미 다 아는 사실을 다시 정리하는 게 아니라, 데이터를 들여다봐야 보이는 패턴인가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1148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93192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자유주제 범위 안인가 — 산업·브랜드·트렌드·사회현상 중 하나로, 뉴스에 한정되지 않는다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53949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DEDED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5532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예시: '우리 동네 배달앱 수수료, 정말 다 같을까?' / '숏폼 트렌드, 실제 조회수 데이터로 보면?' / '전국 미세먼지, 발표 수치와 체감의 차이는?'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 크롤링 기획 — 규모가 달라진다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3주차에 배운 IMPORTXML·API 수집을, 이번엔 '하루짜리 실습'이 아니라 '탐사 기간 내내 쌓이는 데이터'로 확장합니다.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F5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42316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단발성 수집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114800" y="2423160"/>
            <a:ext cx="7223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그날 하루 데이터만 확인 (예: 오늘 날씨, 오늘 박스오피스)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84048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EDEFF7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97764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누적 수집 (탐사보도용)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3977640"/>
            <a:ext cx="7223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Script 자동 트리거로 여러 날에 걸쳐 데이터를 계속 쌓기 → 추세·패턴이 드러남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참고: 10주차에 만든 weather_forecast_auto_collect.js(Apps Script 자동 수집)가 바로 이 '누적 수집'의 실제 사례입니다.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000" dirty="0"/>
          </a:p>
        </p:txBody>
      </p:sp>
      <p:sp>
        <p:nvSpPr>
          <p:cNvPr id="3" name="Text 1"/>
          <p:cNvSpPr txBox="1"/>
          <p:nvPr/>
        </p:nvSpPr>
        <p:spPr>
          <a:xfrm>
            <a:off x="3291840" y="237744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노코드 챗봇 기사 자동화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338328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지금까지 배운 도구들을 하나의 파이프라인으로 통합한다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지금까지 배운 도구, 하나의 흐름으로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1965960" cy="1737360"/>
          </a:xfrm>
          <a:prstGeom prst="roundRect">
            <a:avLst>
              <a:gd name="adj" fmla="val 5263"/>
            </a:avLst>
          </a:prstGeom>
          <a:solidFill>
            <a:srgbClr val="EDEFF7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22402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수집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5176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구글시트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IMPORTXML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API / Apps Script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441448" y="2651760"/>
            <a:ext cx="3017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743200" y="2103120"/>
            <a:ext cx="1965960" cy="1737360"/>
          </a:xfrm>
          <a:prstGeom prst="roundRect">
            <a:avLst>
              <a:gd name="adj" fmla="val 5263"/>
            </a:avLst>
          </a:prstGeom>
          <a:solidFill>
            <a:srgbClr val="EDEFF7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43200" y="22402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정제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834640" y="265176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전용 AI챗봇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(GPTs·Gems·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Projects)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727448" y="2651760"/>
            <a:ext cx="3017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029200" y="2103120"/>
            <a:ext cx="1965960" cy="1737360"/>
          </a:xfrm>
          <a:prstGeom prst="roundRect">
            <a:avLst>
              <a:gd name="adj" fmla="val 5263"/>
            </a:avLst>
          </a:prstGeom>
          <a:solidFill>
            <a:srgbClr val="EDEFF7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0" y="22402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팩트체크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265176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(RAG 원리 적용)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013448" y="2651760"/>
            <a:ext cx="3017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315200" y="2103120"/>
            <a:ext cx="1965960" cy="1737360"/>
          </a:xfrm>
          <a:prstGeom prst="roundRect">
            <a:avLst>
              <a:gd name="adj" fmla="val 5263"/>
            </a:avLst>
          </a:prstGeom>
          <a:solidFill>
            <a:srgbClr val="EDEFF7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0" y="22402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기사화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406640" y="265176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방송뉴스원고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작성봇 v1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299448" y="2651760"/>
            <a:ext cx="3017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601200" y="2103120"/>
            <a:ext cx="1965960" cy="1737360"/>
          </a:xfrm>
          <a:prstGeom prst="roundRect">
            <a:avLst>
              <a:gd name="adj" fmla="val 5263"/>
            </a:avLst>
          </a:prstGeom>
          <a:solidFill>
            <a:srgbClr val="EDEFF7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0" y="22402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시각화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692640" y="265176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Matplotlib·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Seaborn·Flourish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3891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다섯 단계는 새로운 게 아니라, 3~11주차에 각각 따로 배운 것들입니다. 프로젝트2부터는 이걸 스스로 이어붙여서 씁니다.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000" dirty="0"/>
          </a:p>
        </p:txBody>
      </p:sp>
      <p:sp>
        <p:nvSpPr>
          <p:cNvPr id="3" name="Text 1"/>
          <p:cNvSpPr txBox="1"/>
          <p:nvPr/>
        </p:nvSpPr>
        <p:spPr>
          <a:xfrm>
            <a:off x="3291840" y="237744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프로젝트2 착수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338328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5분 정보다큐 — 데이터 크롤링·분석 기반 탐사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프로젝트2 개요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011680" cy="6858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분량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0" y="1645920"/>
            <a:ext cx="9052560" cy="68580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43200" y="164592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5분 이내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2011680" cy="6858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4231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주제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0320" y="2423160"/>
            <a:ext cx="9052560" cy="68580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43200" y="242316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자유주제 — 산업·브랜드·사회현상 탐사 (프로젝트1과 다른 주제 권장)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2011680" cy="6858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20040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요구사항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560320" y="3200400"/>
            <a:ext cx="9052560" cy="68580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743200" y="320040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크롤링·분석에 기반한 탐사 — 단순 정리가 아니라 '발굴'이어야 함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2011680" cy="6858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9776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난이도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60320" y="3977640"/>
            <a:ext cx="9052560" cy="68580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743200" y="397764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3개 프로젝트 중 2단계 (프로젝트1보다 깊은 취재)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754880"/>
            <a:ext cx="2011680" cy="68580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475488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이번 주 목표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560320" y="4754880"/>
            <a:ext cx="9052560" cy="68580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743200" y="475488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주제 선정 + 데이터 출처·크롤링 계획 세우기 (제작은 13주차에 완성)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이번 주 실습 안내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3291840"/>
          </a:xfrm>
          <a:prstGeom prst="roundRect">
            <a:avLst>
              <a:gd name="adj" fmla="val 2778"/>
            </a:avLst>
          </a:prstGeom>
          <a:solidFill>
            <a:srgbClr val="EDEFF7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프로젝트2 기획서 작성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68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탐사 주제와 선정 이유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71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확인하려는 가설(질문) — '~일 것이다'를 데이터로 검증할 문장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74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데이터 출처와 수집 방법 (단발성 vs 누적 수집 중 선택)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977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팩트체크 계획 (교차검증할 소스 최소 2개)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480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제작 일정 (13주차 완성까지)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오늘의 핵심 정리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737360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97280" y="153619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탐사보도는 지금까지 배운 '진위 판별' 원리가 가장 필요한 분야다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697480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249631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좋은 탐사 주제는 데이터로 검증 가능하고, 잘 알려지지 않은 것이다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7280" y="345643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프로젝트2부터는 지금까지 배운 도구를 스스로 이어붙여 하나의 파이프라인으로 쓴다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4617720"/>
            <a:ext cx="146304" cy="14630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97280" y="441655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주는 기획까지 — 제작·완성은 13주차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8521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시간(13주차): 프로젝트2 완성·발표 + ⑥ 데이터 시각화(Matplotlib·Seaborn+Flourish) 착수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2026-09-19T01:03:43Z</dcterms:created>
  <dcterms:modified xsi:type="dcterms:W3CDTF">2026-09-19T01:03:43Z</dcterms:modified>
</cp:coreProperties>
</file>