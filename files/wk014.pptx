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(2/3)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수집과 정제, 직접 해보기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수집(구글시트 IMPORTXML) → ② 정제(AI 챗봇) 순서로 실습합니다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2/3(40h)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노코드 수집 실습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 IMPORTXML 함수로 코드 한 줄 없이 웹페이지 데이터를 직접 수집해본다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 정제 실습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수집한 원자료를 GPTs·Gemini Gems·Claude Projects 중 하나로 다듬어 콘텐츠로 완성한다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연결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수집→정제가 실제로 어떻게 이어지는지 손으로 직접 확인한다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오늘은 ①②단계를 직접 해봅니다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108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수집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7004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3108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정제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4748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30352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3108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팩트체크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8096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3108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스크립트화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80236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310896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영상화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2주차에서 개념으로 배운 두 단계를, 오늘은 실제 데이터로 손을 움직여 직접 실습합니다.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 · 왜 구글시트인가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구글시트로 수집하는가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불필요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하나(=IMPORTXML)만 셀에 입력하면 끝 — 별도 프로그램 설치·실행 없음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URL만 교체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강사가 만든 템플릿에 URL과 추출 위치만 바꾸면 다른 페이지에도 재사용 가능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바로 표 형태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수집한 데이터가 셀에 바로 채워져 정제·필터링이 쉬움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 계정만 있으면 별도 비용 없이 사용 가능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 · 함수 문법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IMPORTXML 함수 사용법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=IMPORTXML( url , xpath_query 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가져올 웹페이지 주소 (따옴표로 감싸기)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xpath_query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페이지에서 추출할 위치를 지정하는 경로 — 크롬 개발자도구에서 요소 우클릭 → ‘Copy XPath’로 얻을 수 있음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xpath와 url 모두 큰따옴표(")로 감쌉니다. 작은따옴표(')가 필요한 경우는 xpath 안에 속성값(예: @id='내용')이 있어 따옴표가 또 필요할 때뿐입니다 — //h1처럼 단순한 경로는 큰따옴표만으로 충분합니다.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 · 흔한 오류와 한계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 중 자주 만나는 문제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9601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#N/A 오류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87452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xpath가 실제 페이지 구조와 다름 — 페이지 구조가 바뀌었거나 요소 선택이 틀림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따옴표 오류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88036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속성값이 있는 xpath(예: [@id=“...”])를 그대로 붙여넣어 큰따옴표가 겹칠 때 발생 — 안쪽만 작은따옴표로 교체. 단순 경로(//h1 등)는 큰따옴표만 쓰면 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0881360" cy="9601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‘로드하는 데 시간이 걸림’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88620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시간당 호출 제한 초과 — IMPORTXML 개수를 줄이거나 잠시 후 재시도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92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결과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89204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자바스크립트로 나중에 그려지는 동적 페이지 — IMPORTXML은 정적 HTML만 읽을 수 있음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 · 실전 확인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실전에서 확인한 사이트별 접근성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연합뉴스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1031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2103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홈페이지·RSS 모두 자동 접근 차단 (robots.txt)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614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한국소비자원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94436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7614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전체 자동 접근 차단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6027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정책브리핑 (korea.kr)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785616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7856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0273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IMPORTXML 성공, 텍스트 공공누리 자유이용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43984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44398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식품의약품안전처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4626864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0" y="46268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443984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접근 확인됨, 리콜·안전 정보 다수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2852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날씨누리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0" y="5468112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54681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528523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예보문, 공공저작물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테스트해보지 않으면 알 수 없습니다 — 같은 정부 사이트라도 차단 여부가 다릅니다.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합법적 AI 데이터 활용 3원칙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합법적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 구분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AI 기반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863840" y="18745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011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사람의</a:t>
            </a:r>
            <a:endParaRPr lang="en-US" sz="16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29000"/>
            <a:ext cx="5349240" cy="7315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 — AI로 자유롭게 정제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공공데이터포털·보도자료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증시·경기 등 사실 수치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위키백과, 공유마당(CCL)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32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본인이 직접 생산한 콘텐츠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429000"/>
            <a:ext cx="534924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— 사람이 직접 재구성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160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언론사 기사 본문 (연합뉴스 등)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6177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유료 구독 콘텐츠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0749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학습·활용 금지 명시 저작물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5321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‘변경금지’ 조건의 공공누리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수집 · 보조 함수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IMPORTHTML · IMPORTFEED도 함께 알아두기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IMPORTHTML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=IMPORTHTML(url, “table” 또는 “list”, 순번)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290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안의 표나 목록을 통째로 가져올 때 — xpath보다 훨씬 간단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IMPORTFEED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88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=IMPORTFEED(url)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290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언론사·블로그의 RSS 주소만 있으면 최신 글 목록을 자동 수집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정제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정제란 무엇이었는지 복습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2주차에서 배운 도구들을 오늘은 실제로 만들어 씁니다.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Gems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· 구글 계정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56616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GPTs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이상 유료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377440"/>
            <a:ext cx="356616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Projects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이상 유료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오늘은 이 중 하나를 골라 ‘수집한 데이터를 넣으면 정제된 콘텐츠가 나오는’ 나만의 챗봇을 직접 완성합니다.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+ ② 연결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 실습 흐름 — 수집에서 정제까지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IMPORTXML로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수집한 표를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챗봇에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붙여넣기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4380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 프롬프트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(역할·구조·톤)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29260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75520" y="2377440"/>
            <a:ext cx="2011680" cy="1463040"/>
          </a:xfrm>
          <a:prstGeom prst="roundRect">
            <a:avLst>
              <a:gd name="adj" fmla="val 375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1268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1268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확인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2주차에서 만든 ‘도메인별 프롬프트 템플릿’을 여기서 그대로 재사용합니다.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 → 정제, 손으로 직접 해보기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구글시트로 지정된 페이지에서 데이터 수집하기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수집한 데이터를 AI 챗봇으로 정제해 콘텐츠 완성하기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— 도메인에 맞는 뉴스 세팅하기 (3/3)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파인튜닝, AI 생성물 검수·품질개선 [③ 완료 120h]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3주차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2026-09-13T04:59:13Z</dcterms:created>
  <dcterms:modified xsi:type="dcterms:W3CDTF">2026-09-13T04:59:13Z</dcterms:modified>
</cp:coreProperties>
</file>