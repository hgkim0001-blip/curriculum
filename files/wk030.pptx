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63840"/>
            <a:ext cx="9144000" cy="12801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예시 · 합법적 공공데이터 활용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생활</a:t>
            </a:r>
            <a:endParaRPr lang="en-US" sz="60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 카드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280160" cy="8229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기상청·정부 고시 공공데이터 → AI 정제 → 카드뉴스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8229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기상청, 행정안전부 공휴일 고시 — 공공저작물, AI 정제 가능]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날씨·생활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주말 전국 대체로 흐림,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일교차 10도 이상 주의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7863840" cy="18288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29768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기상청에 따르면 이번 주말 전국은 구름 많은 날씨가 이어지고, 남부와 제주는 흐리겠다. 낮 기온은 24~30도로 평년과 비슷하지만 아침·저녁 기온차가 10~15도로 크게 벌어져 건강 관리에 유의해야 한다.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8229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기상청 중기예보 (2026.9.9 06:00 발표)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문화·생활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추석 연휴,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9월 24일~27일 나흘간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7863840" cy="18288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29768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올해 추석 당일은 9월 25일(금)로, 주말과 이어지면서 24일(목)부터 27일(일)까지 나흘간 연휴가 이어진다. 추석이 금요일이라 주말과 별도로 겹치지 않아, 이번엔 대체공휴일이 지정되지 않는다.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8229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행정안전부 공휴일 고시 · 공공데이터포털 특일정보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 만들었나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2103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기상청·행안부 공식 발표문(공공저작물)을 그대로 가져옴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원문을 읽고 카드뉴스용 헤드라인·요약으로 재작성 — 공공데이터라 가능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검수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4206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수치·날짜가 원문과 일치하는지 사람이 다시 확인 후 사용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1280160" cy="8229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035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연합뉴스 등 저작권이 있는 기사 본문은 이 방식으로 처리하지 않는다 — 사람이 직접 읽고 쓴 요약만 AI가 다듬는다.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2026-09-13T02:21:16Z</dcterms:created>
  <dcterms:modified xsi:type="dcterms:W3CDTF">2026-09-13T02:21:16Z</dcterms:modified>
</cp:coreProperties>
</file>