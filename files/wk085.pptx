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15주차는 ⑨ 프로젝트3 제작 40시간입니다. 12주차에서 예고한 시사 다큐멘터리에 본격적으로 들어갑니다. 이번 주 핵심은 인터뷰와 촬영 영상을 모두 AI로 만든다는 조건에서 다큐의 신뢰를 지키는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⑨ 프로젝트3는 15주차 40시간(제작 진행)과 16주차 32시간(완성)으로 구성됩니다. 16주차 나머지 8시간은 수료식입니다.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프로젝트1·2에서 익힌 파이프라인을 그대로 씁니다. 프로젝트3에서 새로 배우는 것은 인물과 호흡, 그리고 AI 제작물의 신뢰 관리입니다.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12주차에 배운 비교표의 핵심만 다시 봅니다. 자세한 내용은 12주차 비교 자료를 참고하도록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배분은 권장안입니다. 본문 세 시퀀스가 전체의 6할 정도를 차지하도록 잡은 것입니다. 주제에 따라 조정하되 합계 10분 이내를 지키게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'전통시장 → 시장 떡집 할머니의 새벽 4시'는 12주차 자료의 예시입니다. 프로젝트3에서는 데이터에서 출발한다는 점이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정보프로그램은 데이터가 앞뒤를 맡고 가운데는 현장 그림이었습니다. 다큐도 비슷하지만 가운데를 채우는 것이 인물의 시간이라는 점이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단계는 이 과정의 제작 원칙으로 제안한 것입니다. 13주차의 'AI 아바타·AI 재연 표기' 원칙을 다큐에 맞게 확장했습니다. 반 상황에 맞게 조정해도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표기 문구와 위치는 권장안입니다. 팀·반에서 하나로 통일해 모든 작품에 같은 문구를 쓰게 하면 시청자가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인물이 지어낸 극적인 사연이 되지 않도록, 반드시 근거 데이터에서 출발하게 하는 양식입니다. 3일차 소스 제작 전에 강사가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 도구는 5주차 생성형 AI 성능·가격 비교표를 기준으로 고르게 합니다. 프로젝트2에서 쓴 HeyGen 같은 아바타 도구도 인터뷰 컷에 활용할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도구별로 상태가 다르므로 아래는 일반적인 대응 원칙입니다. 수업에서 학생들이 겪은 문제를 이 표에 추가해 가며 반 공통 노하우로 정리하세요.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정보프로그램의 2단 표(화면·소리)를 다큐에 맞게 확장한 양식입니다. 행의 설명은 작성 안내이며 샘플 내용이 아닙니다. 샘플 시나리오는 필요하시면 별도로 함께 만들겠습니다.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생성물은 다시 만들 때마다 시간과 크레딧이 들기 때문에, 이 관문을 통과한 뒤 3일차 소스 제작에 들어가도록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권장안입니다. 2일차 끝에 5가지 관문을 통과하는 것이 핵심이고, 5일차 러프컷이 16주차 완성 작업의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러프컷은 완성본이 아닙니다. 구조와 표기, 남은 소스를 확인하는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16주차는 프로젝트3 완성과 수료식입니다. 러프컷과 미완성 소스 목록을 가지고 오도록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사회·산업 이슈 시각화 · 기후·환경 시각화 · 경제·금융·소비 트렌드 분석 · 데이터 기반 스토리텔링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시사 다큐멘터리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착수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말하는 문제를 한 사람의 시간으로 좁혀 보여준다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96596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0060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절정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17920" y="4800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인터뷰·촬영 영상은 모두 AI로 제작 — 그래서 '표기'와 '근거'가 작품의 신뢰를 만든다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미디어캠퍼스 · AI 기반 데이터 저널리스트 양성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이번 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목표 — 기획하고, 가상 인물을 설계하고, 러프컷까지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좁히기·기획서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인물·한 공간·한 시간대로 좁히고 '이 작품은 ○○을 통해 △△을 말한다'를 쓴다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7108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570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57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05708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인물 원칙 익히기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05708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자료 낭독 / 가상 인물 재구성 / 금지 — 세 단계로 구분하고 화면에 표기한다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576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4176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41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34176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소스 제작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34176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 인터뷰와 재구성 촬영 영상을 만들고 시나리오에 맞춰 정리한다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34043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62643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62643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62643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러프컷 완성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62643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7시퀀스가 이어지는 러프컷을 만들어 10분 이내 분량을 점검한다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5500116" cy="6858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166360"/>
            <a:ext cx="5317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40h  (이번 주)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094476" y="5166360"/>
            <a:ext cx="4390949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85916" y="5166360"/>
            <a:ext cx="4208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32h  완성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531145" y="5166360"/>
            <a:ext cx="1109167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622585" y="5166360"/>
            <a:ext cx="9262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 8h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프로젝트3 = 15주차 40h + 16주차 32h = 72h  /  16주차 나머지 8h는 수료식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프로젝트3 이해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프로젝트는 세 번, 난이도는 한 계단씩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· 8~9주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리포트 형식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11396" y="169164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1396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39996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39996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39996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 제한 없음 · 12~13주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39996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39996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매거진 구조 + 코너 VCR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074152" y="169164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74152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2752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다큐멘터리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302752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이내 · 15~16주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302752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302752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서사 (질문 → 답)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22960" y="4828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파이프라인, 달라지는 것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193792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정제 → 팩트체크 → 스크립트화 → 영상화  는 그대로.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프로젝트3에서는 '한 사람의 이야기'와 '호흡'이 중심이 되고, 인터뷰·촬영을 AI로 만들기 때문에 무엇이 AI인지 밝히는 일이 제작의 일부가 된다.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프로젝트3 이해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다큐는 질문으로 시작해 호흡으로 붙잡는다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정보프로그램 (프로젝트2)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다큐멘터리 (프로젝트3)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결과(답)부터 보여줌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질문부터 던짐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이야기의 중심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(비법·과정·가격)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인물과 그 삶의 의미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내레이션 · 자막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많음 — 궁금증 유발, 강조 자막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최소화 — 필요한 정보만, 인물·장소 표기 위주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 길이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짧게 끊음 (1회 5~8초 내외)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길게 허용 (1회 15~20초까지)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컷 호흡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짧고 빠름, 인서트 다수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롱테이크, 현장음만으로 버티는 구간 허용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실용 정보 자막으로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여운과 성찰, 프롤로그와 수미상관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정보프로그램은 속도와 명확성으로, 다큐는 호흡과 여운으로 시청자를 붙잡는다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프로젝트3 이해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 7시퀀스와 10분의 시간 배분 (권장)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프롤로그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상징 이미지 + 질문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1488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488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488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2219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22219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0:20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7490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490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7490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8221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어떤 이야기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8221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3492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492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본문① 전개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492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4223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일상과 행위 관찰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223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2:00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9494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94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본문② 전환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494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0225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사연·갈등·어려움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0225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1:40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85496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496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본문③ 절정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5496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6227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감정의 정점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6227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2:30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0149840" y="1691640"/>
            <a:ext cx="1490472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149840" y="1691640"/>
            <a:ext cx="1490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에필로그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149840" y="2788920"/>
            <a:ext cx="14904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10222992" y="2880360"/>
            <a:ext cx="134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여운과 성찰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10222992" y="35204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1:30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비율 (합계 10:00)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663440"/>
            <a:ext cx="508864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0080" y="4663440"/>
            <a:ext cx="325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103224" y="4663440"/>
            <a:ext cx="324002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194664" y="4663440"/>
            <a:ext cx="1411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472946" y="4663440"/>
            <a:ext cx="1618031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564386" y="4663440"/>
            <a:ext cx="14351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136697" y="4663440"/>
            <a:ext cx="217261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228137" y="4663440"/>
            <a:ext cx="1989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355031" y="4663440"/>
            <a:ext cx="180289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446471" y="4663440"/>
            <a:ext cx="1620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S#5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203643" y="4663440"/>
            <a:ext cx="272719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295083" y="466344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S#6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976561" y="4663440"/>
            <a:ext cx="1663751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068001" y="4663440"/>
            <a:ext cx="14808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흐름: 질문 → 관찰 → 심화 → 절정 → 성찰   /   프롤로그와 에필로그는 짝으로 설계한다 (수미상관)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주제는 좁힐수록 깊어진다 — 주제문 한 문장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675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8105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좁히기: 한 인물 · 한 공간 · 한 시간대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"전통시장"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23774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"시장 떡집 할머니의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4시"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3774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83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자료의 예시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6675120" cy="2057400"/>
          </a:xfrm>
          <a:prstGeom prst="roundRect">
            <a:avLst>
              <a:gd name="adj" fmla="val 35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2960" y="41605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주제문 공식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5720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작품은  ○○을 통해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△△을 말한다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669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= 한 인물·한 공간·한 시간대   △△ = 데이터가 가리키는 문제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1691640"/>
            <a:ext cx="4187952" cy="438912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다루는 분야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26680" y="2331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26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사회·산업 이슈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72668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266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기후·환경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726680" y="38862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266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경제·금융·소비 트렌드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726680" y="4663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266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3667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스토리텔링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726680" y="5440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분야에서 데이터를 먼저 찾고, 그 데이터가 가리키는 문제를 한 사람의 시간으로 좁힌다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문을 열고 닫고, 가운데는 사람이 채운다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S#3 도입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크기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CG 한 장으로 이 이야기가 왜 중요한지 연다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743200"/>
            <a:ext cx="470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402836" y="1691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02836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31436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S#4~S#6 본문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631436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시간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631436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인물의 일상·사연·절정 — 근거 데이터에서 확인된 유형 안에서만 구성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86116" y="2743200"/>
            <a:ext cx="470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257032" y="1691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57032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85632" y="1764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S#7 에필로그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485632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돌아오기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85632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변화의 추이나 남은 질문을 조용한 한 장으로 남긴다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4864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다큐의 CG 원칙 (14주차에서 예고)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230368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숫자 하나 · 화려한 효과 대신 절제 · 내레이션과 인물 이야기 사이에서 '근거'로만 쓴다 · 출처·기준 시점 자막은 반드시 남긴다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AI 인물·촬영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만든 인물은 세 단계로 나눠 다룬다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D1FAE5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실제 자료 낭독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331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기사·보고서·공식 발표의 문장을 원문 그대로 AI 음성·아바타가 읽는다.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출처 자막 + 'AI 음성 낭독' 표기, 문장을 바꾸지 않는다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11396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39996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가상 인물 재구성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39996" y="23317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39996" y="2331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허용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39996" y="283464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실존하지 않는 인물이, 통계·보고서로 확인된 사례 유형을 대신 말한다.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'AI 생성 가상 인물' 상시 표기, 근거 데이터 연결, 극적인 사연을 지어내지 않는다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74152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EE2E2"/>
          </a:solidFill>
          <a:ln w="15875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302752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금지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302752" y="23317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02752" y="2331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않는다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283464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실존 인물의 얼굴·목소리를 만들어 하지 않은 말을 시키기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 인터뷰를 실제 인터뷰처럼 보이게 하기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실제 사건·피해자의 재현, 실제 업체명·로고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시청자가 AI로 만든 것을 실제로 오해하는 순간, 다큐는 신뢰를 잃는다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AI 인물·촬영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표기 규칙 — 무엇이 AI인지 화면에서 밝힌다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5079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표기 (권장 문구)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시간·위치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인물 인터뷰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 생성 가상 인물"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인물이 나오는 동안 계속 (하단 자막)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촬영 장면 (재구성 영상)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 재구성 영상"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시퀀스 시작 시 + 화면 구석에 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자료 낭독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+ "AI 음성 낭독"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낭독 구간 동안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CG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출처·기준 시점·단위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CG가 나오는 동안 (14주차 규칙)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엔딩 크레딧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사용한 AI 도구와 제작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화면에 명시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표기는 편집 마지막에 붙이지 않는다 — 시나리오 표의 '자막·표기' 칸에 처음부터 적어 둔다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AI 인물·촬영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 시트 — 인물은 데이터의 대표 사례다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(가명)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실존 인물과 겹치지 않는 가상의 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나이대·직업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개인이 떠오르지 않는 수준으로 일반화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대변하는 근거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통계·보고서의 어떤 패턴을 대신 말하는가 (출처 필수)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인물의 상황 (3줄)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데이터에서 확인된 유형 안에서만 구성한다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 질문 3개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주제문과 연결되는 질문, 답변은 15~20초 안팎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표기·점검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'AI 생성 가상 인물' 문구·위치 / 실존 인물과 닮지 않았는가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691640"/>
            <a:ext cx="3547872" cy="4434840"/>
          </a:xfrm>
          <a:prstGeom prst="roundRect">
            <a:avLst>
              <a:gd name="adj" fmla="val 206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36676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경험담을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지어내지 않는다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35204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인물이 하는 말은 근거 데이터가 뒷받침하는 범위 안에서만. 자극적인 사연을 더하고 싶어질 때가 점검 시점이다.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AI 소스 제작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인터뷰·촬영 소스는 다섯 단계로 만든다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7203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20720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스토리보드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시퀀스별 컷 설계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03550" y="1691640"/>
            <a:ext cx="2072030" cy="1051560"/>
          </a:xfrm>
          <a:prstGeom prst="roundRect">
            <a:avLst>
              <a:gd name="adj" fmla="val 69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03550" y="1691640"/>
            <a:ext cx="20720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기준 이미지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인물·공간 1장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58461" y="1691640"/>
            <a:ext cx="207203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58461" y="1691640"/>
            <a:ext cx="20720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영상 클립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 여러 개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3371" y="1691640"/>
            <a:ext cx="207203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3371" y="1691640"/>
            <a:ext cx="20720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음성·립싱크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컷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68282" y="1691640"/>
            <a:ext cx="207203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68282" y="1691640"/>
            <a:ext cx="20720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표기·편집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러프컷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설계는 종이 위에서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6118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표의 각 행을 컷 단위로 쪼갠다. 생성은 한 컷씩, 어떤 장면이 필요한지 정하고 시작한다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311396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39996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이미지가 핵심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39996" y="36118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인물·공간마다 기준 이미지를 정해 두고 모든 클립이 그 이미지를 기준으로 만들어지게 한다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074152" y="30175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30275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클립은 짧게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302752" y="36118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장면을 한 번에 만들지 않고 짧은 클립을 만들어 편집으로 잇는다. 컷어웨이(자료화면)를 섞는다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소스 제작은 3~4일차에 끝낸다 — 생성 대기 시간과 재생성 횟수를 감안한 일정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AI 소스 제작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생성물이 흔들릴 때의 대응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5255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클립마다 인물 얼굴이 달라진다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이미지를 모든 클립에 참조시키고, 컷 수를 줄여 같은 인물이 나오는 장면을 최소화한다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손·글자·간판이 깨진다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클로즈업과 글자가 보이는 장면을 시나리오 단계에서 피한다. 글자는 자막·CG로 얹는다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실존 인물·로고와 닮았다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결과물을 반드시 눈으로 확인하고, 닮으면 폐기한다 (C 단계 금지 원칙)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립싱크·표정이 어색하다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 컷을 짧게 끊고, 사이사이 자료화면·재구성 컷을 섞는다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생성이 생각대로 안 나온다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프롬프트를 한 번에 하나만 바꿔 다시 시도. 이 소스가 꼭 필요한지도 다시 점검한다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한 컷을 기다리지 말고, 편집으로 완성한다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기획서·시나리오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 시나리오 표 — 표기와 근거를 칸으로 만든다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2468880"/>
                <a:gridCol w="2514600"/>
                <a:gridCol w="2011680"/>
                <a:gridCol w="1188720"/>
                <a:gridCol w="10789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(영상·CG)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(내레이션·인터뷰·음악)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자막·표기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 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자료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프롤로그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0:30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상징 이미지 1~2컷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질문을 던지는 짧은 내레이션 / 음악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(표기 있으면 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· AI 재구성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또는 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인물·공간 소개 + 데이터 CG 한 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 첫 발언 / 내레이션 최소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생성 가상 인물 · 출처·기준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+ CG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통계·보고서 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2:30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인터뷰 + 결정적 장면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인물의 긴 발언 (15~20초)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생성 가상 인물 · AI 재구성 영상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· AI 재구성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데이터 연결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'소스 유형' 칸에 A(실제 자료 낭독) / B(가상 인물 재구성) / CG를 표시하면 표기 누락과 원칙 위반을 시나리오 단계에서 잡을 수 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기획서·시나리오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제작 전 다섯 가지 관문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288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7647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주제문 한 문장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0756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 작품은 ○○을 통해 △△을 말한다'가 써 있다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6974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6334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인물·한 공간·한 시간대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9443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주제가 충분히 좁혀졌다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5661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5021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데이터·출처 확보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38130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팩트체크(NotebookLM)와 숫자 5점검을 마쳤다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4348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3708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 시트 확인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6817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데이터에서 출발했고 강사 확인을 받았다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30352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303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5239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반영 시나리오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1463040" y="55504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유형·자막·표기 칸이 채워져 있다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863840" y="1691640"/>
            <a:ext cx="3776472" cy="4206240"/>
          </a:xfrm>
          <a:prstGeom prst="roundRect">
            <a:avLst>
              <a:gd name="adj" fmla="val 193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관문이 필요한가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22860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고치는 비용은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소스를 만든 뒤가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훨씬 크다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8138160" y="40233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 뒤 시나리오나 표기가 바뀌면 인물과 장면을 다시 만들어야 한다. 관문은 그 재작업을 막는다.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40시간 운영 일정 (권장안)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선정·주제문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데이터·자료 수집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 시트 초안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초안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807208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807208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0088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990088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시나리오·관문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44368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90088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7시퀀스 구성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944368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90088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 시나리오 표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944368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90088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팩트체크·숫자 점검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944368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90088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통과 (강사 확인)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65776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65776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24865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소스 ①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202936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48656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인물·공간 기준 이미지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202936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48656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클립·립싱크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202936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48656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 영상 클립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202936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48656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 적용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324344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24344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07224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750722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소스 ②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461504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07224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장면·자료화면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461504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507224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내레이션·음악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7461504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507224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CG (14주차 기법)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61504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07224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목록 정리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9582912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582912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65792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976579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러프컷·점검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9720072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65792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러프컷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720072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765792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시퀀스별 시간 점검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9720072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765792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강사·동료 피드백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9720072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765792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계획 수립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8h × 5일 = 40h   /   ⑨ 프로젝트3 = 15주차 40h + 16주차 32h = 72h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 러프컷 점검표와 16주차 예고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 · ⑨ 프로젝트3 시사 다큐멘터리 제작 · MBC 미디어캠퍼스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394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10분 이내 (시퀀스별 시간 배분 참고)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7시퀀스가 모두 있고, 본문에 '전환'이 있는가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인물·AI 재구성·AI 음성 낭독 표기가 빠지지 않았는가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CG마다 출처·기준 시점·단위가 있는가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미완성 소스 목록과 16주차 작업 순서를 적었는가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691640"/>
            <a:ext cx="3776472" cy="4434840"/>
          </a:xfrm>
          <a:prstGeom prst="roundRect">
            <a:avLst>
              <a:gd name="adj" fmla="val 193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(16주차)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32h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수료식 8h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편집·AE 모션·사운드·검수를 마치고, 수료식에서 프로젝트1·2·3을 함께 상영한다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5448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프로젝트3는 질문으로 시작해 호흡으로 붙잡는 선형 서사 — 10분 안에 7시퀀스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2316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주제는 한 인물·한 공간·한 시간대로 좁히고, 주제문 한 문장으로 붙든다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918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인물은 실제 자료 낭독 / 가상 인물 재구성 / 금지, 세 단계로 나눠 화면에 표기한다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605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인물은 데이터의 대표 사례 — 개인 경험담을 지어내지 않는다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502920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관문(기획→시나리오→팩트체크→시트→표기)을 통과한 뒤 소스를 만든다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시간(16주차): 프로젝트3 완성 32h + 수료식 8h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15주차 강의안 - ⑨ 프로젝트3 시사 다큐멘터리 제작 착수</dc:title>
  <dc:subject>PptxGenJS Presentation</dc:subject>
  <dc:creator>PptxGenJS</dc:creator>
  <cp:lastModifiedBy>PptxGenJS</cp:lastModifiedBy>
  <cp:revision>1</cp:revision>
  <dcterms:created xsi:type="dcterms:W3CDTF">2026-09-21T04:28:12Z</dcterms:created>
  <dcterms:modified xsi:type="dcterms:W3CDTF">2026-09-21T04:28:12Z</dcterms:modified>
</cp:coreProperties>
</file>