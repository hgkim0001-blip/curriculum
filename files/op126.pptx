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454105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 descr="watermark_pla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06044" y="550000"/>
            <a:ext cx="1750000" cy="1750000"/>
          </a:xfrm>
          <a:prstGeom prst="rect">
            <a:avLst/>
          </a:prstGeom>
        </p:spPr>
      </p:pic>
      <p:sp>
        <p:nvSpPr>
          <p:cNvPr id="2" name="Text 0"/>
          <p:cNvSpPr txBox="1"/>
          <p:nvPr/>
        </p:nvSpPr>
        <p:spPr>
          <a:xfrm>
            <a:off x="457200" y="457200"/>
            <a:ext cx="66476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MBC 미디어캠퍼스 · AI 기반 데이터 저널리스트 양성과정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664768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데이터를 다루는</a:t>
            </a:r>
            <a:endParaRPr lang="en-US" sz="4600" dirty="0"/>
          </a:p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비디오 저널리스트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3108960" y="2606040"/>
            <a:ext cx="1344168" cy="4572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457200" y="2788920"/>
            <a:ext cx="6647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이유는 간단합니다.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429000"/>
            <a:ext cx="6464808" cy="1554480"/>
          </a:xfrm>
          <a:prstGeom prst="roundRect">
            <a:avLst>
              <a:gd name="adj" fmla="val 5882"/>
            </a:avLst>
          </a:prstGeom>
          <a:solidFill>
            <a:srgbClr val="162055"/>
          </a:solidFill>
          <a:ln w="12700">
            <a:solidFill>
              <a:srgbClr val="028090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822960" y="361188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AI가 누구나 영상을 만드는 시대,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3192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9A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'빨리 만든 영상'과 '진짜인 영상'은 다릅니다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5262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과정은 AI로 빠르게 만드는 영상이 아니라,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데이터로 검증된 사실을 담은 영상을 만드는 법을 가르칩니다.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5257800"/>
            <a:ext cx="6647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그래서 우리는, 이런 인재를 키웁니다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48640" y="5806440"/>
            <a:ext cx="6464808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822960" y="5989320"/>
            <a:ext cx="5943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"AI로 수집·정제·팩트체크하고,</a:t>
            </a:r>
            <a:endParaRPr lang="en-US" sz="22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영상으로 완성하는 비디오 저널리스트"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640080" y="74066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7406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7406640"/>
            <a:ext cx="17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저널리즘적 신뢰성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163040" y="7406640"/>
            <a:ext cx="3941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50">
                <a:solidFill>
                  <a:srgbClr val="CADCFC"/>
                </a:solidFill>
                <a:latin typeface="Calibri"/>
              </a:rPr>
              <a:t>AI 시대에도 흔들리지 않는 사실검증·팩트체크 능력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80924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640080" y="8092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8092440"/>
            <a:ext cx="17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자동화 활용력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163040" y="8092440"/>
            <a:ext cx="3941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50">
                <a:solidFill>
                  <a:srgbClr val="CADCFC"/>
                </a:solidFill>
                <a:latin typeface="Calibri"/>
              </a:rPr>
              <a:t>노코드 AI 도구로 수집·정제·기사화까지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8778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640080" y="87782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/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8778240"/>
            <a:ext cx="170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영상 제작 역량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3163040" y="8778240"/>
            <a:ext cx="3941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sz="1050">
                <a:solidFill>
                  <a:srgbClr val="CADCFC"/>
                </a:solidFill>
                <a:latin typeface="Calibri"/>
              </a:rPr>
              <a:t>영상문법·편집·연출로 완성도 있는 콘텐츠 제작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13955840"/>
            <a:ext cx="7562088" cy="585216"/>
          </a:xfrm>
          <a:prstGeom prst="rect">
            <a:avLst/>
          </a:prstGeom>
          <a:solidFill>
            <a:srgbClr val="162055"/>
          </a:solidFill>
          <a:ln/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57200" y="13955840"/>
            <a:ext cx="664768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640시간 · 3개 실전 프로젝트 · AI·데이터 도구 전면 활용</a:t>
            </a:r>
            <a:endParaRPr lang="en-US" sz="1200" dirty="0"/>
          </a:p>
        </p:txBody>
      </p:sp>
      <p:sp>
        <p:nvSpPr>
          <p:cNvPr id="27" name="TextBox 26"/>
          <p:cNvSpPr txBox="1"/>
          <p:nvPr/>
        </p:nvSpPr>
        <p:spPr>
          <a:xfrm>
            <a:off x="457200" y="9464040"/>
            <a:ext cx="6647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3단계 프로젝트 여정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10012680"/>
            <a:ext cx="2033016" cy="1005840"/>
          </a:xfrm>
          <a:prstGeom prst="roundRect">
            <a:avLst>
              <a:gd name="adj" fmla="val 8000"/>
            </a:avLst>
          </a:prstGeom>
          <a:solidFill>
            <a:srgbClr val="162055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10104120"/>
            <a:ext cx="18501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9A826"/>
                </a:solidFill>
                <a:latin typeface="Calibri"/>
              </a:rPr>
              <a:t>PROJECT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0378440"/>
            <a:ext cx="185013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이슈 리포트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0721340"/>
            <a:ext cx="1850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데이터 기반 3분 이내 속보영상</a:t>
            </a:r>
          </a:p>
        </p:txBody>
      </p:sp>
      <p:sp>
        <p:nvSpPr>
          <p:cNvPr id="32" name="Isosceles Triangle 31"/>
          <p:cNvSpPr/>
          <p:nvPr/>
        </p:nvSpPr>
        <p:spPr>
          <a:xfrm rot="5400000">
            <a:off x="2581656" y="10378440"/>
            <a:ext cx="182880" cy="274320"/>
          </a:xfrm>
          <a:prstGeom prst="triangl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764536" y="10012680"/>
            <a:ext cx="2033016" cy="1005840"/>
          </a:xfrm>
          <a:prstGeom prst="roundRect">
            <a:avLst>
              <a:gd name="adj" fmla="val 8000"/>
            </a:avLst>
          </a:prstGeom>
          <a:solidFill>
            <a:srgbClr val="162055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855976" y="10104120"/>
            <a:ext cx="18501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9A826"/>
                </a:solidFill>
                <a:latin typeface="Calibri"/>
              </a:rPr>
              <a:t>PROJECT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5976" y="10378440"/>
            <a:ext cx="185013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정보프로그램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5976" y="10721340"/>
            <a:ext cx="1850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심층 취재·탐사형 콘텐츠</a:t>
            </a:r>
          </a:p>
        </p:txBody>
      </p:sp>
      <p:sp>
        <p:nvSpPr>
          <p:cNvPr id="37" name="Isosceles Triangle 36"/>
          <p:cNvSpPr/>
          <p:nvPr/>
        </p:nvSpPr>
        <p:spPr>
          <a:xfrm rot="5400000">
            <a:off x="4797552" y="10378440"/>
            <a:ext cx="182880" cy="274320"/>
          </a:xfrm>
          <a:prstGeom prst="triangle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980432" y="10012680"/>
            <a:ext cx="2033016" cy="1005840"/>
          </a:xfrm>
          <a:prstGeom prst="roundRect">
            <a:avLst>
              <a:gd name="adj" fmla="val 8000"/>
            </a:avLst>
          </a:prstGeom>
          <a:solidFill>
            <a:srgbClr val="162055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71872" y="10104120"/>
            <a:ext cx="185013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9A826"/>
                </a:solidFill>
                <a:latin typeface="Calibri"/>
              </a:rPr>
              <a:t>PROJECT 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71872" y="10378440"/>
            <a:ext cx="185013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mbria"/>
              </a:rPr>
              <a:t>시사 다큐멘터리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1872" y="10721340"/>
            <a:ext cx="185013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CADCFC"/>
                </a:solidFill>
                <a:latin typeface="Calibri"/>
              </a:rPr>
              <a:t>10분 이내 완성 다큐멘터리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11247120"/>
            <a:ext cx="6647688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mbria"/>
              </a:rPr>
              <a:t>실전에서 쓰는 AI 도구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5464" y="11795760"/>
            <a:ext cx="126492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ChatGPT GPTs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447544" y="11795760"/>
            <a:ext cx="118618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Gemini Gems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770884" y="11795760"/>
            <a:ext cx="150114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Claude Projects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09184" y="11795760"/>
            <a:ext cx="110744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NotebookLM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589024" y="12312920"/>
            <a:ext cx="173736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Google Apps Script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463544" y="12312920"/>
            <a:ext cx="142240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Python (Colab)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3104" y="12312920"/>
            <a:ext cx="94996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Flourish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6864" y="12830080"/>
            <a:ext cx="110744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Midjourney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061464" y="12830080"/>
            <a:ext cx="71374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Kling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912364" y="12830080"/>
            <a:ext cx="118618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Google Flow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235704" y="12830080"/>
            <a:ext cx="126492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Grok Imagine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637784" y="12830080"/>
            <a:ext cx="110744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Higgsfield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408174" y="13347240"/>
            <a:ext cx="126492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Premiere Pro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810254" y="13347240"/>
            <a:ext cx="1343660" cy="3800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After Effects</a:t>
            </a:r>
          </a:p>
        </p:txBody>
      </p:sp>
      <p:pic>
        <p:nvPicPr>
          <p:cNvPr id="57" name="Picture 56" descr="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498080"/>
            <a:ext cx="320040" cy="320040"/>
          </a:xfrm>
          <a:prstGeom prst="rect">
            <a:avLst/>
          </a:prstGeom>
        </p:spPr>
      </p:pic>
      <p:pic>
        <p:nvPicPr>
          <p:cNvPr id="58" name="Picture 57" descr="icon_g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8183880"/>
            <a:ext cx="320040" cy="320040"/>
          </a:xfrm>
          <a:prstGeom prst="rect">
            <a:avLst/>
          </a:prstGeom>
        </p:spPr>
      </p:pic>
      <p:pic>
        <p:nvPicPr>
          <p:cNvPr id="59" name="Picture 58" descr="icon_clapp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886968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2026-09-19T02:03:08Z</dcterms:created>
  <dcterms:modified xsi:type="dcterms:W3CDTF">2026-09-19T02:03:08Z</dcterms:modified>
</cp:coreProperties>
</file>