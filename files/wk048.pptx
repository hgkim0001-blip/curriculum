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19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94960"/>
            <a:ext cx="12161520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MBC 미디어캠퍼스 · AI 기반 데이터 저널리스트 양성 과정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7744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협업 뉴스 영상 제작 및 자동화 (1/4)</a:t>
            </a:r>
            <a:endParaRPr lang="en-US" sz="3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영상문법과 AI 생성 프롬프트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26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단원(5~8주)의 첫 주차 — 대본을 실제 화면 언어로 옮기는 법을 배웁니다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협업 뉴스 영상 제작 및 자동화  영상문법(8h)+프롬프트(8h)+AI삽화·영상생성(16h)+현장탐방(8h)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오늘의 학습 목표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영상문법 이해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샷 사이즈·앵글·편집 문법 등 영상의 기본 어휘를 익힌다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프롬프트 구조 이해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영상문법 용어를 AI 이미지·영상 생성 프롬프트로 변환하는 원리를 익힌다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828800"/>
            <a:ext cx="3520440" cy="3657600"/>
          </a:xfrm>
          <a:prstGeom prst="roundRect">
            <a:avLst>
              <a:gd name="adj" fmla="val 207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219456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7532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324612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대본→프롬프트 실습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88620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4주차에 완성한 타임코드 대본을 장면별 생성 프롬프트로 직접 바꿔본다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단원 로드맵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5~8주차 — AI 협업 뉴스 영상 제작 및 자동화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286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5주차</a:t>
            </a:r>
            <a:endParaRPr lang="en-US" sz="13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(오늘)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영상문법·프롬프트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520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언어를 AI에게 전달하는 법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154680" y="3063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74720" y="210312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2286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6주차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AI삽화·영상생성 심화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3520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생성 도구로 장면 제작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080760" y="3063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400800" y="210312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0" y="2286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7주차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편집·합성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3520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생성물을 영상으로 조립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006840" y="3063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326880" y="2103120"/>
            <a:ext cx="2606040" cy="2377440"/>
          </a:xfrm>
          <a:prstGeom prst="roundRect">
            <a:avLst>
              <a:gd name="adj" fmla="val 230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464040" y="22860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8주차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464040" y="288036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완성·현장탐방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464040" y="35204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 리포트 영상 완성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029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오늘(5주차) 40시간 구성: 영상문법(8h) + 프롬프트(8h) + AI삽화·영상생성 실습(16h) + 현장탐방(8h, MBC 뉴스데스크)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영상문법인가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AI에게 시킬 때도 ‘언어’가 필요하다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12080" cy="3474720"/>
          </a:xfrm>
          <a:prstGeom prst="roundRect">
            <a:avLst>
              <a:gd name="adj" fmla="val 1842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막연한 지시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4320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C60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“연구소 장면 만들어줘”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6616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AI가 임의로 구도·거리·각도를 정함 — 매번 다른 결과, 원하는 그림이 안 나옴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55080" y="1920240"/>
            <a:ext cx="5257800" cy="3474720"/>
          </a:xfrm>
          <a:prstGeom prst="roundRect">
            <a:avLst>
              <a:gd name="adj" fmla="val 184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29400" y="21488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영상문법으로 지시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629400" y="274320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“연구원이 시험관을 들여다보는</a:t>
            </a:r>
            <a:endParaRPr lang="en-US" sz="17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미디엄 샷, 로우앵글, 실내조명”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388620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피사체·거리·각도·조명이 구체적으로 정해짐 — 의도한 그림에 훨씬 가까운 결과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영상문법 · 샷 사이즈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샷 사이즈 — 피사체와의 거리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66160" cy="3566160"/>
          </a:xfrm>
          <a:prstGeom prst="roundRect">
            <a:avLst>
              <a:gd name="adj" fmla="val 179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356616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94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와이드샷</a:t>
            </a:r>
            <a:endParaRPr lang="en-US" sz="17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(Wide Shot)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배경과 상황을 한눈에 — 장소·상황 설명용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297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스킨큐어 제주 농장 전경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920240"/>
            <a:ext cx="3566160" cy="3566160"/>
          </a:xfrm>
          <a:prstGeom prst="roundRect">
            <a:avLst>
              <a:gd name="adj" fmla="val 179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920240"/>
            <a:ext cx="356616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2194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미디엄샷</a:t>
            </a:r>
            <a:endParaRPr lang="en-US" sz="17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(Medium Shot)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0175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인물의 허리~가슴 위 — 행동과 표정을 함께 전달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4297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연구원이 실험하는 모습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920240"/>
            <a:ext cx="3566160" cy="3566160"/>
          </a:xfrm>
          <a:prstGeom prst="roundRect">
            <a:avLst>
              <a:gd name="adj" fmla="val 179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920240"/>
            <a:ext cx="356616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2194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클로즈업</a:t>
            </a:r>
            <a:endParaRPr lang="en-US" sz="17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(Close-up)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01752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얼굴이나 사물의 디테일 — 감정·질감 강조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42976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제품 텍스처, 성분 클로즈업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영상문법 · 앵글과 무브먼트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카메라 앵글 &amp; 무브먼트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0881360" cy="7772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하이앵글 (High Angle)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187452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위에서 아래로 내려다보는 시점 — 작고 약해 보이게 함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0881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6974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로우앵글 (Low Angle)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269748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아래에서 위로 올려다보는 시점 — 강하고 권위 있게 보이게 함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10881360" cy="7772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5204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아이레벨 (Eye Level)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206240" y="352044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눈높이 시점 — 가장 자연스럽고 객관적인 느낌, 뉴스에서 기본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343400"/>
            <a:ext cx="108813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34340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팬(Pan) / 틸트(Tilt)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206240" y="434340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카메라를 좌우/상하로 회전 — 넓은 공간이나 높이감을 보여줌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0881360" cy="77724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1663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줌인/줌아웃 (Zoom)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516636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렌즈로 확대/축소 — 특정 디테일에 집중시키거나 전체 맥락을 보여줌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영상문법 · 편집과 뉴스 화면 구성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편집 문법 &amp; 뉴스 영상의 화면 구성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49240" cy="3566160"/>
          </a:xfrm>
          <a:prstGeom prst="roundRect">
            <a:avLst>
              <a:gd name="adj" fmla="val 153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1488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편집 문법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컷(Cut): 장면을 즉시 전환 — 가장 기본적인 전환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몽타주: 여러 장면을 빠르게 이어 붙여 시간 경과·과정을 압축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43484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인서트샷: 본 장면 사이에 세부 장면을 끼워 넣어 정보 보강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920240"/>
            <a:ext cx="5349240" cy="3566160"/>
          </a:xfrm>
          <a:prstGeom prst="roundRect">
            <a:avLst>
              <a:gd name="adj" fmla="val 1538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21488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뉴스 화면 구성 (4주차 대본 표기와 연결)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78892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[CG]: 그래픽으로 수치·통계를 화면에 띄움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61188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[자료화면]: 관련 영상·사진 자료 삽입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43484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[스탠드업]: 기자가 현장에서 얼굴을 비추고 말함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4주차에서 대본에 이미 [CG]·[자료화면]·[스탠드업]을 표기해왔습니다 — 오늘은 이 표기 하나하나를 실제 이미지·영상으로 만드는 법을 배웁니다.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· 구조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이미지·영상 생성 프롬프트의 구조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2029968" cy="155448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22860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피사체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834640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무엇을/누구를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2487168" y="25603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706624" y="2103120"/>
            <a:ext cx="2029968" cy="1554480"/>
          </a:xfrm>
          <a:prstGeom prst="roundRect">
            <a:avLst>
              <a:gd name="adj" fmla="val 3529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43784" y="22860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샷 사이즈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43784" y="2834640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와이드/미디엄/클로즈업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736592" y="25603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956048" y="2103120"/>
            <a:ext cx="2029968" cy="155448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93208" y="22860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앵글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093208" y="2834640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하이/로우/아이레벨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986016" y="25603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205472" y="2103120"/>
            <a:ext cx="2029968" cy="1554480"/>
          </a:xfrm>
          <a:prstGeom prst="roundRect">
            <a:avLst>
              <a:gd name="adj" fmla="val 3529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42632" y="22860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조명·분위기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42632" y="2834640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자연광/스튜디오/따뜻한톤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2560320"/>
            <a:ext cx="21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454896" y="2103120"/>
            <a:ext cx="2029968" cy="155448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92056" y="2286000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⑤ 스타일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592056" y="2834640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실사/일러스트/시네마틱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251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완성 예시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61772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“연구원이 실험실에서 시험관을 들여다보는 모습, 미디엄 샷, 아이레벨, 밝은 실내조명, 사실적인 다큐멘터리 스타일”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· 변환 실습 예시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대본 한 구간을 프롬프트로 바꿔보면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18872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4주차 대본 원문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[CG: 완두콩 줄기세포 보호 성분 연구 과정]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영상문법으로 구체화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11064240" cy="210312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생성 프롬프트로 완성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1605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“연구원의 손이 완두콩에서 추출한 시료를 현미경 아래 놓는 모습, 클로즈업, 하이앵글, 실험실 조명, 사실적인 과학 다큐멘터리 스타일, 배경은 흐리게 처리”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9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619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오늘의 실습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내 대본을 장면별 프롬프트로 바꿔보기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A. 영상문법 용어 익히기 퀴즈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B. 4주차에 완성한 타임코드 대본에서 [CG]·[자료화면]·[스탠드업] 구간을 골라 AI 생성 프롬프트로 변환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11064240" cy="1828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현장탐방 안내 (8h)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94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MBC 뉴스데스크 견학 — 오늘 배운 영상문법이 실제 방송 현장에서 어떻게 쓰이는지 직접 확인합니다. 일정·장소는 별도 공지됩니다.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663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주 예고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074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6주차 — AI 협업 뉴스 영상 제작 및 자동화 (2/4): AI삽화·영상생성 심화 실습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[MBC 미디어캠퍼스] AI 기반 데이터 저널리스트 양성 과정 · 5주차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2026-09-15T07:57:08Z</dcterms:created>
  <dcterms:modified xsi:type="dcterms:W3CDTF">2026-09-15T07:57:08Z</dcterms:modified>
</cp:coreProperties>
</file>