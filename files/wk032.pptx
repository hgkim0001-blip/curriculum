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863840"/>
            <a:ext cx="9144000" cy="1280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[날짜를 입력하세요]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</a:t>
            </a:r>
            <a:endParaRPr lang="en-US" sz="6400" dirty="0"/>
          </a:p>
          <a:p>
            <a:pPr indent="0" marL="0">
              <a:lnSpc>
                <a:spcPts val="7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주요뉴스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640080" y="5394960"/>
            <a:ext cx="1280160" cy="8229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5669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카드를 넘겨 오늘의 헤드라인을 확인하세요 →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8229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[출처: 연합뉴스 등 — 실제 수집한 매체명을 입력하세요]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정치·사회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502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[헤드라인을 입력하세요 — 짧고 임팩트 있게, 한두 줄]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18288"/>
          </a:xfrm>
          <a:prstGeom prst="rect">
            <a:avLst/>
          </a:prstGeom>
          <a:solidFill>
            <a:srgbClr val="E1E4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48056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[정제 단계에서 AI로 다듬은 1~2문장 요약을 여기에 입력하세요. 핵심만 간결하게.]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8229600"/>
            <a:ext cx="9144000" cy="9144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8229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[출처: 매체명, 날짜]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8229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04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경제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502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[헤드라인을 입력하세요 — 짧고 임팩트 있게, 한두 줄]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18288"/>
          </a:xfrm>
          <a:prstGeom prst="rect">
            <a:avLst/>
          </a:prstGeom>
          <a:solidFill>
            <a:srgbClr val="E1E4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48056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[정제 단계에서 AI로 다듬은 1~2문장 요약을 여기에 입력하세요. 핵심만 간결하게.]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8229600"/>
            <a:ext cx="9144000" cy="9144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8229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[출처: 매체명, 날짜]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8229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04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국제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502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[헤드라인을 입력하세요 — 짧고 임팩트 있게, 한두 줄]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18288"/>
          </a:xfrm>
          <a:prstGeom prst="rect">
            <a:avLst/>
          </a:prstGeom>
          <a:solidFill>
            <a:srgbClr val="E1E4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48056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[정제 단계에서 AI로 다듬은 1~2문장 요약을 여기에 입력하세요. 핵심만 간결하게.]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8229600"/>
            <a:ext cx="9144000" cy="9144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8229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[출처: 매체명, 날짜]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8229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문화·생활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502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[헤드라인을 입력하세요 — 짧고 임팩트 있게, 한두 줄]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18288"/>
          </a:xfrm>
          <a:prstGeom prst="rect">
            <a:avLst/>
          </a:prstGeom>
          <a:solidFill>
            <a:srgbClr val="E1E4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48056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[정제 단계에서 AI로 다듬은 1~2문장 요약을 여기에 입력하세요. 핵심만 간결하게.]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8229600"/>
            <a:ext cx="9144000" cy="9144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8229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[출처: 매체명, 날짜]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8229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04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10896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뉴스는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여기까지입니다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0"/>
            <a:ext cx="1280160" cy="8229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760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[팔로우 / 구독 문구를 입력하세요]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8229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[제작: 이름 / 과정명]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2026-09-12T22:15:41Z</dcterms:created>
  <dcterms:modified xsi:type="dcterms:W3CDTF">2026-09-12T22:15:41Z</dcterms:modified>
</cp:coreProperties>
</file>