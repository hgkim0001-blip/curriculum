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863840"/>
            <a:ext cx="9144000" cy="1280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 피해예방주의보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이것만은</a:t>
            </a:r>
            <a:endParaRPr lang="en-US" sz="56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꼭 확인하세요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640080" y="5212080"/>
            <a:ext cx="1280160" cy="8229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소비자 피해 사례 4가지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8229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[출처: 한국소비자원 피해예방주의보]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여행·레저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502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휴가철 렌터카,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환불 약관부터 확인하세요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7863840" cy="77724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2461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3년간 렌터카 관련 피해 1,438건 접수, 매년 증가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97680"/>
            <a:ext cx="7863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예약금 환불 지연·거부 같은 계약 분쟁이 렌터카 피해의 절반을 넘습니다. 계약 전 취소 수수료, 환불 기준, 차량 손해면책제도를 꼼꼼히 확인하세요.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8229600"/>
            <a:ext cx="9144000" cy="9144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8229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한국소비자원 피해예방주의보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8229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04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여행·레저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502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'환불 불가' 숙박 상품,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신중하게 고르세요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7863840" cy="77724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2461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숙박 관련 피해 3년간 6,224건, 지난해만 38.7% 급증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97680"/>
            <a:ext cx="7863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숙박 계약 피해의 73%가 온라인 플랫폼에서 발생했습니다. 이 중 44%는 '환불 불가' 조항을 근거로 취소·환불을 거부당한 사례였습니다. 예약 전 환불 조항을 꼭 확인하세요.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8229600"/>
            <a:ext cx="9144000" cy="9144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8229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한국소비자원 피해예방주의보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8229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04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교육·소비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502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'환급·적립금' 강의,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조건부터 확인하세요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7863840" cy="77724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2461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20·30대가 관련 피해구제 신청의 48.2%(2,024건) 차지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97680"/>
            <a:ext cx="7863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20·30대 인터넷교육서비스 피해 3명 중 1명이 '리워드형 상품' 관련입니다. 위약금 과다 청구, 약속된 환급·적립금 미지급이 절반 이상을 차지합니다.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8229600"/>
            <a:ext cx="9144000" cy="9144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8229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한국소비자원 피해예방주의보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8229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04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문화·공연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5029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공연 특수 노린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'숙박비 바가지' 주의보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7863840" cy="77724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2461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한국소비자원·공정거래위원회 합동 현장점검 실시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97680"/>
            <a:ext cx="7863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부산 공연을 앞두고 일부 숙박업소가 예약 확정 후 추가 결제를 요구하거나 일방적으로 예약을 취소한 사례가 확인됐습니다. 예약 확정 후 추가 요금 요구에 응할 의무는 없습니다.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8229600"/>
            <a:ext cx="9144000" cy="9144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8229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한국소비자원 피해예방주의보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8229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04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피해를 입었다면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1280160" cy="8229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9319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1372 소비자상담센터</a:t>
            </a:r>
            <a:endParaRPr lang="en-US" sz="2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(국번없이 1372)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거래내역과 증빙서류를 챙겨서 상담·피해구제를 신청할 수 있습니다.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8229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[출처: 한국소비자원 피해예방주의보]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2026-09-13T04:02:13Z</dcterms:created>
  <dcterms:modified xsi:type="dcterms:W3CDTF">2026-09-13T04:02:13Z</dcterms:modified>
</cp:coreProperties>
</file>