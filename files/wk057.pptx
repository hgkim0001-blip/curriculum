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· ⑤ AI-Powered Python을 활용한 자동 팩트체킹 시스템 구성하기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빅데이터와 RAG, 할루시네이션 없는 콘텐츠 제작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Python 자동 팩트체킹 (I) — NotebookLM 노코드 활용법 핵심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18872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시간 목표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빅데이터 × 콘텐츠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23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데이터가 콘텐츠 제작과 어떻게 결합되는지 이해한다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할루시네이션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423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왜, 어떻게 사실을 지어내는지 원리를 이해한다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개념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26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기반으로 답하는 RAG 구조를 코드 없이 이해한다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 실전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26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노코드로 RAG 팩트체크를 직접 수행할 수 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빅데이터와 콘텐츠 제작의 결합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많아진 시대, 콘텐츠는 어떻게 달라지는가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지금 '빅데이터 + 콘텐츠'인가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과거에는 기자·PD 한 명이 취재원 몇 명, 자료 몇 건을 손으로 확인하며 기사를 썼습니다.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공공데이터·API·소셜데이터가 실시간으로 쏟아지고, AI가 그 데이터를 몇 초 만에 요약합니다.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(공공데이터·API)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35808" y="34290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30175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요약·정리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24728" y="34290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초안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13648" y="34290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06840" y="30175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0684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검증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데이터→콘텐츠 속도는 빨라졌지만, '사람의 최종 검증' 단계는 오히려 더 중요해졌습니다.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AI는 왜 사실을 지어내는가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할루시네이션(Hallucination)의 원리와 실제 사례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할루시네이션이 생기는 이유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4630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AI(LLM)는 '사실을 찾는' 것이 아니라 '다음에 올 가장 그럴듯한 단어'를 예측하는 방식으로 작동합니다.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5146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모르는 내용도 '그럴듯하게' 채워 넣을 수 있습니다 — 거짓말을 하려는 게 아니라, 구조적으로 그렇게 만들어졌습니다.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5661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 '이 항목은 반드시 채워라'는 지시가 있는데 실제 근거가 없을 때, 지어낼 위험이 커집니다.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사례 — 방송대본 자동생성봇의 할루시네이션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DEDED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추석 연휴 전국 기상예보 데이터를 도메인별 스크립트봇(뉴스 도메인)에 입력 → 3회 실행(젬스 2회, 노트북LM 1회)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소재에 없던 '기상청 관계자 코멘트'를 3번 모두 서로 다른 문장으로 지어냄 — 플랫폼과 무관하게 재현됨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29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지시문 충돌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319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'코멘트를 반드시 포함하라' vs '없는 사실은 지어내지 말라' — 두 규칙이 충돌할 때 AI는 종종 전자를 택함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32461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3429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플랫폼 무관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9319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Gems·NotebookLM 등 도구가 달라도 같은 결함이 동일하게 재현됨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32461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3429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해결책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9319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'없으면 없다고 표시하라'는 절대규칙을 지시문 최상단에 명시 → 재테스트에서 결함 미재현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RAG란 무엇인가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출처를 찾아본 뒤 답하는 방식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RAG의 작동 순서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 입력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궁금한 것을 묻는다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41648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관련 자료 검색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 소스(문서) 중 관련 부분을 찾는다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90688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근거와 함께 답변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004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찾은 부분을 근거로 답하고, 출처를 표시한다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일반 LLM은 '기억'에서 답을 만들고, RAG는 '실제 문서'에서 찾아서 답한다.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 LLM vs RAG — 무엇이 다른가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89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645920"/>
            <a:ext cx="39776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1645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 LLM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1645920"/>
            <a:ext cx="39776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35240" y="1645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(NotebookLM)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10896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194560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질문에 답하는 방식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0" y="2194560"/>
            <a:ext cx="397764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219456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'기억'에서 생성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35240" y="2194560"/>
            <a:ext cx="397764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44968" y="219456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 실제 문서에서 검색 후 생성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108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971800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표시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0" y="2971800"/>
            <a:ext cx="3977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67328" y="297180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2971800"/>
            <a:ext cx="3977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44968" y="297180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문장마다 [1][2]로 표시, 클릭하면 원본 확인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10896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749040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모르는 내용을 물으면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3749040"/>
            <a:ext cx="397764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67328" y="374904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그럴듯하게 지어낼 위험 있음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35240" y="3749040"/>
            <a:ext cx="397764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44968" y="374904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자료가 없으면 '자료에 없음'이라 답할 수 있음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3108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526280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도구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0" y="4526280"/>
            <a:ext cx="3977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67328" y="452628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챗봇 대화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635240" y="4526280"/>
            <a:ext cx="3977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44968" y="4526280"/>
            <a:ext cx="3758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 노코드 팩트체크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업로드 → 질문만으로 출처 기반 답변받기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 사용 순서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확인하고 싶은 자료(기사 원문, 데이터 CSV, 우리가 만든 지침 문서 등)를 '소스'로 업로드한다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채팅창에 궁금한 것을 자연어로 묻는다 (예: '이 원고에서 확인 안 된 발언이 있어?')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6118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답변에 붙은 [1][2] 출처 번호를 클릭해 실제 소스의 어느 부분에서 나온 답인지 확인한다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6634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출처가 없거나 이상한 곳에 붙어 있으면, 그 부분은 지어낸 내용일 가능성이 높다는 신호다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3주차 연계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응용: 지침 문서를 '소스'로 활용하기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NotebookLM에는 Gemini Gems처럼 '지시사항'을 영구 저장하는 기능이 없습니다.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대신, 우리가 만든 지침 문서(예: 방송 뉴스 원고 작성봇 지침) 자체를 '소스'로 첨부하면 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프롬프트 예시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"첨부된 [데이터]를 참조하여, 첨부된 [방송 뉴스 원고 작성봇 지침]에 따라 방송 뉴스 원고를 작성해줘."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Check API · AI검색 그라운딩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2578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Check API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다른 언론사·팩트체크기관이 검증해놓은 결과를 검색으로 불러오는 방식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Google Fact Check Tools — '이 주장, 이미 누가 검증했는지' 찾기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645920"/>
            <a:ext cx="52578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64592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AI검색 그라운딩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4688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답변 전에 실시간 웹 검색을 거쳐, 검색된 페이지를 근거로 답하는 방식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749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Perplexity, 검색 기능이 켜진 Gemini — 최신 정보·출처 확인에 강함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 실습 안내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방송대본 자동생성 팩트체크 실습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3회 재현 사례를 워크시트로 직접 대조·검증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DEDED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 체험 실습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본인이 고른 자료를 업로드해 직접 질문하고 출처 확인해보기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핵심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361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'기억'에서 그럴듯한 답을 만들 수 있어 할루시네이션이 생긴다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963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RAG는 실제 문서를 찾아본 뒤 답하고, 출처를 표시한다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4564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NotebookLM은 코드 없이 RAG를 체험할 수 있는 도구다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1772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41655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추적은 할루시네이션을 막지 못하지만, 발견하는 데는 강력하다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시간(11주차): 도메인별 팩트체크 케이스스터디 + 영상 연계 후속 실습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2026-09-18T00:17:24Z</dcterms:created>
  <dcterms:modified xsi:type="dcterms:W3CDTF">2026-09-18T00:17:24Z</dcterms:modified>
</cp:coreProperties>
</file>