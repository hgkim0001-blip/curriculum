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16주차는 프로젝트3 완성 32시간과 수료식 8시간입니다. 4일 동안 완성하고 5일차에 프로젝트1·2·3을 함께 상영합니다.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16주차는 강의보다 완성 작업이 중심입니다. 슬라이드는 완성 기준을 잡아주는 용도로 짧게 진행하세요.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12주차 비교표의 다큐 특성(질문→관찰→심화→절정→성찰)을 편집 리듬으로 옮긴 표입니다. AI 영상이라도 호흡 설계는 사람이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클립은 클립마다 색·질감·밝기가 조금씩 다릅니다. 편집·색보정 단계에서 통일하는 것이 다큐의 몰입을 지켜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사운드 편집은 가장 마지막에 하기 쉽지만 완성도를 크게 좌우합니다. 3일차까지는 사운드 초안을 반드시 넣도록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 템플릿은 강사가 제공하고 학생은 문구·색·타이밍을 바꿉니다. 다큐는 절제가 원칙이므로 효과를 줄이는 방향으로 지도하세요.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9주차 원고 검수 체크리스트(8개)와 13주차 숫자 점검(5개)도 함께 적용하도록 안내하세요. 검수는 다른 사람이 봐야 잘 잡힙니다. 동료 상호 검수를 권장합니다.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렌더 규격은 강의 기준 권장안입니다. 상영 환경(프로젝터·스피커)에서 재생이 되는지 리허설에서 한 번 더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권장안입니다. 4일차 오후에는 발표 준비와 리허설을 포함시켜 5일차가 매끄럽게 진행되도록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시간은 권장안입니다. 인원수에 따라 조정하세요. 발표의 핵심은 AI를 어떻게 썼는지 스스로 설명하는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배점은 제안안입니다. 13주차 프로젝트2 기준과 배점 분포(20/25/20/20/15)를 맞춘 제안안입니다. 반 기준에 따라 조정하세요.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인원수가 정해지지 않았으므로 권장 틀입니다. 인원이 많으면 프로젝트1·2는 대표작 또는 하이라이트만 상영하도록 줄이세요.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표기와 출처는 작품을 공개할 때도 그대로 유지해야 합니다. 이 부분을 마지막으로 다시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16주 과정을 마무리하는 슬라이드입니다. 파이프라인을 다시 한 번 짚고 수료를 축하합니다.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 다큐멘터리 완성,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수료식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32h (1~4일차)  +  종합 상영·발표·수료식 8h (5일차)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480060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697480" y="480060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9748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46320" y="480060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리포트 3분 → 정보프로그램 → 시사 다큐 10분 이내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미디어캠퍼스 · AI 기반 데이터 저널리스트 양성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이번 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목표 — 완성하고, 검수하고, 함께 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다큐답게 편집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호흡·현장음·여운으로 정보프로그램과 다른 리듬을 만든다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7108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5708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0570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05708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사운드와 모션 마감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05708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내레이션·인터뷰·음악·환경음을 정리하고 타이틀·자막 그래픽을 통일한다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05576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34176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3417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34176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표기·근거 최종 검수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34176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표기 누락과 데이터 출처를 점검하고 최종 렌더한다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034043" y="1691640"/>
            <a:ext cx="2606269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262643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62643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62643" y="2606040"/>
            <a:ext cx="21490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상영·발표·수료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262643" y="3337560"/>
            <a:ext cx="214906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프로젝트1·2·3을 함께 상영하고 발표하며 과정을 마무리한다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166360"/>
            <a:ext cx="8827618" cy="6858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5166360"/>
            <a:ext cx="8644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프로젝트3 완성 32h  (1~4일차)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421978" y="5166360"/>
            <a:ext cx="221833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13418" y="5166360"/>
            <a:ext cx="20354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수료식 8h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(5일차)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프로젝트3 = 15주차 40h + 16주차 32h = 72h  /  16주차 나머지 8h = 수료식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다큐 편집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시퀀스마다 호흡이 다르다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시퀀스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S#1 프롤로그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상징 이미지를 느린 호흡으로. 질문을 던지되 답을 주지 않는다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S#2 타이틀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프롤로그의 여운 위에 제목을 얹는다 — 음악·소리를 끊지 않는다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S#3 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누구의 어떤 이야기인지 짧게. 데이터 CG는 한 장, 조용하게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S#4 전개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일상·행위를 관찰하는 리듬. 컷을 길게 가져가고 내레이션은 최소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S#5 전환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소리를 낮추고 사이를 둔다. 이야기가 깊어지는 지점임을 호흡으로 알린다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S#6 절정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인터뷰를 길게 허용(15~20초). 음악은 절제하고 인물의 목소리를 살린다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S#7 에필로그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프롤로그와 짝이 되는 장면으로 닫는다 (수미상관)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다큐 편집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영상을 '하나의 촬영본'처럼 보이게 만들기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 통일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클립마다 다른 색·밝기를 Premiere 색보정(Lumetri)으로 맞추고, 같은 시퀀스는 같은 룩으로 통일한다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68312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이음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73952" y="2560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얼굴이 미묘하게 달라지는 이음새는 컷어웨이(자료화면·손·풍경)로 가린다. 같은 인물이 이어지는 컷은 줄인다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소리로 채우기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754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영상은 현장음이 없다. 환경음·효과음을 깔아 공간감을 만든다 — 다큐의 '현장 느낌'은 소리에서 온다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99632" y="38862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28232" y="4114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68312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질감 정리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473952" y="4754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지나치게 매끈하면 CG처럼 보인다. 약한 입자감·자연스러운 색으로 일관성만 확보하고 과한 보정은 피한다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영상임을 숨기려고 다듬는 것이 아니라, 관객이 이야기에 집중하도록 다듬는 것 — 표기는 그대로 남긴다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사운드·모션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사운드는 네 개의 층으로 정리한다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680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69164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내레이션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169164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음성. 다큐는 최소로, 필요한 정보만. 낭독 구간은 'AI 음성 낭독' 표기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7680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65176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65176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음성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26517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인물의 발언. 15~20초 안팎으로 길게 허용. 'AI 생성 가상 인물' 표기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7680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61188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6118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788920" y="361188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장면의 정서를 받쳐 주되 대사보다 앞서지 않는다. 라이선스를 기록해 둔다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7680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457200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57200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환경음·효과음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788920" y="457200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공간감을 만드는 소리. AI 영상에는 현장음이 없으므로 직접 깔아야 한다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503920" y="1691640"/>
            <a:ext cx="3136392" cy="3703320"/>
          </a:xfrm>
          <a:prstGeom prst="roundRect">
            <a:avLst>
              <a:gd name="adj" fmla="val 233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7325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믹싱 원칙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73252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목소리가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먼저 들린다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732520" y="36118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음악과 환경음은 목소리 아래로. 헤드폰뿐 아니라 스피커로도 한 번 들어 본다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음원은 무료 라이선스 음원 또는 AI 생성 음악을 쓰고, 곡명·출처·라이선스를 엔딩 크레딧에 남긴다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사운드·모션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Effects로 통일감 있는 그래픽 세트 만들기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385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(S#2)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1783080"/>
            <a:ext cx="679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프롤로그의 여운 위에 얹는 조용한 제목. 글자 등장은 느리게, 효과는 최소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715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6265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8072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인물·장소 자막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807208"/>
            <a:ext cx="679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 이름(가명)·장소 표기용 하단 자막. 한 종류로 통일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73989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98678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83133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표기 그래픽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831336"/>
            <a:ext cx="679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 생성 가상 인물' · 'AI 재구성 영상' · 'AI 음성 낭독' — 위치·글자 크기 통일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76402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501091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48554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CG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855464"/>
            <a:ext cx="679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방식 그대로. 출처·기준 시점 자막바, 한 번에 숫자 하나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그래픽은 한 번 만들어 모든 시퀀스에 복사해서 쓴다 — 위치가 달라지면 신뢰가 흔들린다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최종 검수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 전 최종 검수 — 표기, 근거, 권리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인물 인터뷰 전체, AI 재구성 영상 시작 지점, AI 음성 낭독 구간에 표기가 빠지지 않았다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 사항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실존 인물의 얼굴·목소리, 실제 업체명·로고, 특정 실제 사건·피해자의 재현이 들어가지 않았다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데이터·근거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CG에 출처·기준 시점·단위가 있고, 숫자 5점검(세는 대상·기준 시점·분모·1차 출처·근거 없는 단정 금지)을 마쳤다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자료를 낭독한 문장은 원문과 대조했고 출처를 밝혔다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음악·소스 권리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사용한 음원·이미지·영상의 라이선스를 기록했고, 크레딧에 남겼다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엔딩 크레딧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사용한 AI 도구와 제작 방식(어느 부분을 AI로 만들었는지)이 명시되어 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최종 검수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렌더와 제출 — 마지막 30분의 체크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35758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26357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표기·근거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검수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67278" y="1691640"/>
            <a:ext cx="2635758" cy="1051560"/>
          </a:xfrm>
          <a:prstGeom prst="roundRect">
            <a:avLst>
              <a:gd name="adj" fmla="val 69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67278" y="1691640"/>
            <a:ext cx="26357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렌더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MP4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85916" y="1691640"/>
            <a:ext cx="2635758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5916" y="1691640"/>
            <a:ext cx="26357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끝까지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재생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004554" y="1691640"/>
            <a:ext cx="2635758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04554" y="1691640"/>
            <a:ext cx="26357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제출·백업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기준 (권장)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규격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1920×1080 · 16:9 · MP4(H.264)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10분 이내 (엔딩 크레딧 포함 여부는 반 기준으로 통일)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이름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작품명_이름_최종.mp4 처럼 반에서 하나로 통일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재생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 싱크, 표기 누락, 자막 오탈자를 처음부터 끝까지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 후 파일을 고치지 말고, 고칠 것이 보이면 프로젝트로 돌아가 다시 렌더한다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운영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32시간 + 수료식 8시간 (권장안)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마감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러프컷 → 정편집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시퀀스별 호흡 정리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클립 톤 통일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컷어웨이·이음새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807208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807208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90088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2990088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사운드·모션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944368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90088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내레이션·인터뷰 정리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944368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90088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음악·환경음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944368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90088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 타이틀·자막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944368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990088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그래픽 통일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65776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65776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48656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248656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CG·표기 삽입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202936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248656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CG 삽입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202936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48656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표기 전 구간 적용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202936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248656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가편집 v2 완성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202936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248656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중간 검수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324344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324344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07224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4일차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7507224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검수·렌더·준비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461504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507224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상호 검수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7461504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507224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수정·렌더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7461504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507224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자료·리허설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461504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07224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제출·백업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9582912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9582912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765792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</a:t>
            </a:r>
            <a:endParaRPr lang="en-US" sz="1800" dirty="0"/>
          </a:p>
        </p:txBody>
      </p:sp>
      <p:sp>
        <p:nvSpPr>
          <p:cNvPr id="57" name="Text 54"/>
          <p:cNvSpPr txBox="1"/>
          <p:nvPr/>
        </p:nvSpPr>
        <p:spPr>
          <a:xfrm>
            <a:off x="9765792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수료식 8h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9720072" y="269748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765792" y="26974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프로젝트1·2·3 상영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9720072" y="3410712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765792" y="34107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발표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9720072" y="4123944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765792" y="41239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강평·회고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9720072" y="4837176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765792" y="483717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수료식</a:t>
            </a:r>
            <a:endParaRPr lang="en-US" sz="1150" dirty="0"/>
          </a:p>
        </p:txBody>
      </p:sp>
      <p:sp>
        <p:nvSpPr>
          <p:cNvPr id="66" name="Text 6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8h × 4일 = 프로젝트3 완성 32h  /  5일차 8h = 종합 상영·발표·수료식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발표·평가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발표는 작품 상영 후 3분 — 다섯 가지를 말한다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2880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76479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주제문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76479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작품은 ○○을 통해 △△을 말한다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69748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6334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의도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63347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문제를, 왜 이 인물로 좁혔는가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56616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50215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근거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566160" y="350215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데이터가 이야기를 뒷받침하는가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4348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437083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제작 방식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437083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부분을 어떤 도구로 만들었고, 표기 원칙을 어떻게 지켰는가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16636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530352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303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52395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523951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만든다면 무엇을 바꾸겠는가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321040" y="1691640"/>
            <a:ext cx="3319272" cy="4206240"/>
          </a:xfrm>
          <a:prstGeom prst="roundRect">
            <a:avLst>
              <a:gd name="adj" fmla="val 220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59536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시간 (권장)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22860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상영 10분 이내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발표 3분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질의응답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8595360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제작 방식 설명이 평가의 한 축이다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발표·평가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100점 (제안안)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6916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주제·기획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74720" y="1929384"/>
            <a:ext cx="1828800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169164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20점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691640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주제문이 한 문장으로 서 있고, 한 인물·한 공간·한 시간대로 좁혀졌다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256032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구성·서사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74720" y="2798064"/>
            <a:ext cx="22860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25603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25점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2560320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7시퀀스가 질문→관찰→심화→절정→성찰로 이어지고 전환이 있다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2960" y="34290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데이터·근거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474720" y="3666744"/>
            <a:ext cx="1828800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94960" y="34290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20점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3429000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이야기를 뒷받침하고 출처·기준 시점이 밝혀져 있다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22960" y="42976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영상·사운드 완성도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474720" y="4535424"/>
            <a:ext cx="1828800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94960" y="42976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20점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4297680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호흡·톤·사운드가 일관되고 그래픽이 통일되어 있다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516636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2960" y="51663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표기·윤리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474720" y="5404104"/>
            <a:ext cx="1371600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37760" y="516636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15점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0" y="5166360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규칙을 지켰고 금지 사항이 없으며 제작 방식을 설명했다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배점은 구성·서사(25점). AI 표기·윤리는 배점과 관계없이 표기 누락을 제출 전에 반드시 바로잡는다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수료식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 수료식 8시간 운영안 (권장 틀)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340739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37360"/>
            <a:ext cx="11578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준비·리허설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935099" y="1737360"/>
            <a:ext cx="1340739" cy="7772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26539" y="1737360"/>
            <a:ext cx="11578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 상영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21558" y="1737360"/>
            <a:ext cx="2033969" cy="7772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2998" y="1737360"/>
            <a:ext cx="18510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 상영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01247" y="1737360"/>
            <a:ext cx="34204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92687" y="1737360"/>
            <a:ext cx="3237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상영·발표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867394" y="1737360"/>
            <a:ext cx="1340739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58834" y="1737360"/>
            <a:ext cx="11578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강평·회고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253853" y="1737360"/>
            <a:ext cx="1386459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345293" y="1737360"/>
            <a:ext cx="1203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880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1h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173736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준비·리허설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3566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상영 환경(영상·소리) 점검, 진행 순서 확인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11396" y="2880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539996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1h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5500116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539996" y="3566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리포트 3분 — 대표작 또는 전체 상영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74152" y="2880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302752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1.5h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9262872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302752" y="3566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 — 대표작 또는 하이라이트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434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77724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2.5h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1737360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 다큐 상영 + 작품당 발표 3분·질의응답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311396" y="4434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4539996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1h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5500116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강평·회고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4539996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프로젝트의 성장을 돌아보고 강사 총평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074152" y="4434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8302752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1h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9262872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수료식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8302752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수료증 수여, 기념 촬영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배분(합계 8h)은 권장안 — 점심·휴식은 반 일정에 맞춰 조정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수료 이후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 이후 — 작품 세 편이 포트폴리오다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16주차 · ⑨ 프로젝트3 완성 + 수료식 · MBC 미디어캠퍼스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세 편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리포트 · 정보프로그램 · 시사 다큐를 한 곳에 정리한다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68312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기획서·시나리오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73952" y="2560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작품의 기획서와 시나리오 표, 가상 인물 시트를 함께 보관해 제작 과정을 보여 준다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과정 기록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754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수집→정제→팩트체크→스크립트화→영상화 파이프라인과 사용한 AI 도구를 한 장으로 정리한다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99632" y="38862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28232" y="4114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68312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공개할 때의 원칙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473952" y="4754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표기·출처 자막을 지우지 않는다. 실존 인물·로고·개인정보는 그대로 금지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16주의 여정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수집에서 영상까지, 한 줄로 이어진 파이프라인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286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841498" y="22860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41498" y="2286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134356" y="22860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34356" y="2286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팩트체크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427214" y="22860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27214" y="2286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스크립트화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720072" y="22860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20072" y="2286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영상화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56616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데이터에서 출발해 이야기로 끝나는 세 편의 작품을 완성했다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34340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만든 것은 밝히고, 숫자는 근거를 확인하는 습관이 남았다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120640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리포트 → 정보프로그램 → 시사 다큐, 난이도를 세 번 넘었다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수료를 축하합니다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16주차 강의안 - ⑨ 프로젝트3 완성 및 수료식</dc:title>
  <dc:subject>PptxGenJS Presentation</dc:subject>
  <dc:creator>PptxGenJS</dc:creator>
  <cp:lastModifiedBy>PptxGenJS</cp:lastModifiedBy>
  <cp:revision>1</cp:revision>
  <dcterms:created xsi:type="dcterms:W3CDTF">2026-09-21T04:30:47Z</dcterms:created>
  <dcterms:modified xsi:type="dcterms:W3CDTF">2026-09-21T04:30:47Z</dcterms:modified>
</cp:coreProperties>
</file>