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615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 미디어캠퍼스 · AI 기반 데이터 저널리스트 양성 과정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도메인에 맞는 뉴스 세팅하기 (1/3)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콘텐츠 도메인 확장 · 로봇저널리즘 · AI 기사생성 원리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뉴스뿐 아니라 브랜드·트렌드까지, 도메인을 넓힌다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도메인에 맞는 뉴스 세팅하기  120h 중 1/3(40h)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학습 목표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지도 그리기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4대 도메인(정치·경제·사회·문화)에 브랜드·제품·트렌드가 더해진 이유와 공통점을 이해한다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로봇저널리즘 원리 파악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데이터가 기사가 되는 과정을 이해하고, AI 기사생성과의 차이를 구분한다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지형 파악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GPTs·Gemini Gems·Claude Projects의 공통점과 차이를 알고 다음 시간 실습을 준비한다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· 복습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‘뉴스 4대 도메인’을 넘어서는가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원안: 기자 지망생 중심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정치 · 경제 · 사회 · 문화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취재 대상이 ‘사회적 이슈’로 한정되어 유튜버·마케터·소상공인에게는 접점이 적었다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257800" cy="3383280"/>
          </a:xfrm>
          <a:prstGeom prst="roundRect">
            <a:avLst>
              <a:gd name="adj" fmla="val 18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148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재구성: 콘텐츠 제작자 전체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743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브랜드 · 제품 · 트렌드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4290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도구(수집→정제→팩트체크→스크립트→영상화)로 브랜드 홍보물·트렌드 리포트까지 제작할 수 있다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콘텐츠 도메인 지도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정치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정책·선거·공직자 발언 검증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시황·기업 실적·소비 동향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사건·사고·공공 이슈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114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공연·전시·트렌드 현상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35204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114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제품·서비스 홍보, 협찬 콘텐츠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5204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트렌드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114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유행, 소비자 반응 분석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카드 = 이번 재구성에서 새로 추가된 도메인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 · 로봇저널리즘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로봇저널리즘이란?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3383280"/>
          </a:xfrm>
          <a:prstGeom prst="roundRect">
            <a:avLst>
              <a:gd name="adj" fmla="val 18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데이터를</a:t>
            </a:r>
            <a:endParaRPr lang="en-US" sz="30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기사로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정형화된 데이터를 미리 정한 템플릿(알고리즘)에 자동으로 채워 넣어 기사를 생성하는 방식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활용 분야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965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증시 시황, 스포츠 경기 결과, 기업 실적 발표, 기상 속보처럼 반복적이고 정형화된 뉴스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28072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국내외 사례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8072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통신사는 실적 발표 시즌마다 자동 생성 기사로 수백 건을 실시간 배포, 국내 일부 매체도 시황·날씨 속보에 자동 기사 실험 도입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364845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6484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속도(수초 내 발행)와 정확성(사람의 계산 실수 없음)에 강점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4489704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448970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데이터가 없는 사안, 맥락·해석이 필요한 심층 기사에는 적용이 어려움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 · 비교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로봇저널리즘 vs. 생성형 AI 기사작성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로봇저널리즘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(템플릿 기반)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미리 정한 문장 틀에 데이터만 삽입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301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정형 데이터(숫자·표)에 강함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9709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표현이 정형적·반복적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640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예: “[종목]이 [수치]% 상승 마감”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1488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생성형 AI 기사작성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(LLM 기반)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0632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프롬프트로 맥락·톤을 지정해 문장을 새로 생성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6301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비정형 데이터(인터뷰·자료)도 요약 가능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19709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표현이 다양하고 유연함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7640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예: 자료를 요약해 스토리 흐름이 있는 기사 초안 작성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5-3 · 생성 원리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AI는 어떻게 기사를 ‘쓰는가’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입력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697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0360" y="237744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지정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697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12080" y="237744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톤앤매너 지정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697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543800" y="237744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생성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2697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875520" y="237744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1268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001268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검수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0233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‘① 자료 입력’과 ‘⑤ 사람의 검수’입니다. AI가 만든 초안은 반드시 사실 확인·톤 점검을 거쳐야 하며, 이 과정 없이 바로 발행하면 1주차에서 배운 할루시네이션·표시 의무 위반 위험이 그대로 남습니다.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5-4 · 톤앤매너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소재, 다른 도메인 — 톤앤매너 비교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소재: 신제품 무선이어폰 출시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088136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194560"/>
            <a:ext cx="8503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“A사, 신형 무선이어폰 출시 — 배터리 30% 개선” — 사실 위주, 수치 중심, 절제된 어조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33756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337560"/>
            <a:ext cx="8503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“하루 종일 끊기지 않는 사운드, 이제 당신의 것” — 감성적 카피, 소비자 혜택 강조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1088136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48056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4480560"/>
            <a:ext cx="8503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“요즘 이어폰 뭐 써? SNS서 화제인 신제품 뜯어봤다” — 구어체, 후기형, 캐주얼한 어조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5-5 · 도구 지형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GPTs · Gemini Gems · Claude Projects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32004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GPTs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지시문 + 참고파일을 저장해 재사용하는 챗봇을 만드는 기능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66160" cy="32004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965960"/>
            <a:ext cx="35661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Gems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175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생태계(검색·문서) 연동에 강점을 가진 맞춤형 챗봇 기능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566160" cy="32004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96596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Projects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0175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문서·다수 파일을 프로젝트 단위로 모아두고 일관된 맥락으로 대화하는 기능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공통점: 세 도구 모두 ‘매번 같은 지시문을 반복 입력하지 않고, 도메인별 톤앤매너와 규칙을 미리 저장해 재사용’하는 것이 핵심 목적입니다. 다음 시간부터 하나를 골라 직접 만들어봅니다.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도메인별 톤앤매너 바꿔쓰기 실습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소재를 뉴스·브랜드·트렌드 3개 도메인 톤으로 직접 바꿔 쓰고, 로봇저널리즘 적용 가능 여부를 판단해 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예고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— 도메인에 맞는 뉴스 세팅하기 (2/3)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GPTs·Gemini Gems·Claude Projects 기반 콘텐츠 자동화 실습 (택1 또는 병행)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[MBC 미디어캠퍼스] AI 기반 데이터 저널리스트 양성 과정 · 2주차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2026-09-11T06:45:37Z</dcterms:created>
  <dcterms:modified xsi:type="dcterms:W3CDTF">2026-09-11T06:45:37Z</dcterms:modified>
</cp:coreProperties>
</file>